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74F83-F6F3-4271-8B63-2D8CD459C784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7EE60-94DC-4877-B6E1-4C23D79C4B9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1500174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</a:t>
            </a:r>
            <a:r>
              <a:rPr lang="en-US" sz="2400" b="1" dirty="0"/>
              <a:t>. Does the gender of the person matter for the company as a constraint for extending policies?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364917"/>
            <a:ext cx="7429552" cy="2992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57158" y="5429264"/>
            <a:ext cx="8358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 of total data we have 14 males more than female, but coming to amount claimed </a:t>
            </a:r>
            <a:br>
              <a:rPr lang="en-US" dirty="0" smtClean="0"/>
            </a:br>
            <a:r>
              <a:rPr lang="en-US" dirty="0" smtClean="0"/>
              <a:t>Rs.11,13,703 is claimed more than females </a:t>
            </a:r>
          </a:p>
          <a:p>
            <a:r>
              <a:rPr lang="en-US" dirty="0" smtClean="0"/>
              <a:t>Avg. cost per female = Rs.12,570</a:t>
            </a:r>
          </a:p>
          <a:p>
            <a:r>
              <a:rPr lang="en-US" dirty="0" smtClean="0"/>
              <a:t>Avg. cost per male = Rs.13,957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Analysis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571480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2</a:t>
            </a:r>
            <a:r>
              <a:rPr lang="en-US" sz="2400" b="1" dirty="0"/>
              <a:t>. What is the average amount of money the company spent over each policy cover?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1757363"/>
            <a:ext cx="895350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14348" y="5572140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Rs. 13,270 .42 </a:t>
            </a:r>
            <a:r>
              <a:rPr lang="en-US" dirty="0" smtClean="0"/>
              <a:t>is the average amount of money spent by the company over each policy cover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571480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3</a:t>
            </a:r>
            <a:r>
              <a:rPr lang="en-US" sz="2400" b="1" dirty="0"/>
              <a:t>. Could you advice if the company needs to offer separate policies based upon the geographic location of the person?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48" y="5572140"/>
            <a:ext cx="40719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Average cost per North_East Region : Rs.13407 </a:t>
            </a:r>
          </a:p>
          <a:p>
            <a:r>
              <a:rPr lang="en-US" sz="1600" dirty="0" smtClean="0"/>
              <a:t>Average cost North_West Region : Rs.12418 </a:t>
            </a:r>
          </a:p>
          <a:p>
            <a:r>
              <a:rPr lang="en-US" sz="1600" dirty="0" smtClean="0"/>
              <a:t>Average cost per South_East Region : Rs.14736 </a:t>
            </a:r>
          </a:p>
          <a:p>
            <a:r>
              <a:rPr lang="en-US" sz="1600" dirty="0" smtClean="0"/>
              <a:t>Average cost South_West Region : Rs.12347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786314" y="5572140"/>
            <a:ext cx="4071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North_East Region and South_East Region : are incurring more cost </a:t>
            </a:r>
            <a:endParaRPr 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428736"/>
            <a:ext cx="6143668" cy="4098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571480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4</a:t>
            </a:r>
            <a:r>
              <a:rPr lang="en-US" sz="2400" b="1" dirty="0"/>
              <a:t>. Does the no. of dependents make a difference in the amount claimed? 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" y="1357298"/>
            <a:ext cx="8515380" cy="3879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00034" y="5241209"/>
            <a:ext cx="37147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Average cost per 0 dependents : Rs.12366 </a:t>
            </a:r>
          </a:p>
          <a:p>
            <a:r>
              <a:rPr lang="en-US" sz="1600" dirty="0" smtClean="0"/>
              <a:t>Average cost per 1 dependent : Rs.12732 </a:t>
            </a:r>
          </a:p>
          <a:p>
            <a:r>
              <a:rPr lang="en-US" sz="1600" dirty="0" smtClean="0"/>
              <a:t>Average cost per 2 dependents : Rs.15074 </a:t>
            </a:r>
          </a:p>
          <a:p>
            <a:r>
              <a:rPr lang="en-US" sz="1600" dirty="0" smtClean="0"/>
              <a:t>Average cost per 3 dependents : Rs.15356 </a:t>
            </a:r>
          </a:p>
          <a:p>
            <a:r>
              <a:rPr lang="en-US" sz="1600" dirty="0" smtClean="0"/>
              <a:t>Average cost per 4 dependents : Rs.13851 </a:t>
            </a:r>
          </a:p>
          <a:p>
            <a:r>
              <a:rPr lang="en-US" sz="1600" dirty="0" smtClean="0"/>
              <a:t>Average cost per 5 dependents : Rs.8787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4876" y="5241209"/>
            <a:ext cx="371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Avg. cost for 2,3,4 dependents is high than avg. amount per policy</a:t>
            </a:r>
          </a:p>
          <a:p>
            <a:endParaRPr lang="en-US" sz="1600" dirty="0"/>
          </a:p>
          <a:p>
            <a:r>
              <a:rPr lang="en-US" sz="1600" dirty="0" smtClean="0"/>
              <a:t>Avg. cost of persons with 5 dependents is very low compared </a:t>
            </a:r>
            <a:r>
              <a:rPr lang="en-US" sz="1600" dirty="0" smtClean="0"/>
              <a:t>0,1 dependents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571480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5</a:t>
            </a:r>
            <a:r>
              <a:rPr lang="en-US" sz="2400" b="1" dirty="0"/>
              <a:t>. Does a study of persons BMI get the company any idea for the insurance claim that it would extend?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64888"/>
            <a:ext cx="8143932" cy="3178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00034" y="4857760"/>
            <a:ext cx="82868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Average cost per BMI_range 15-25 : Rs.10285 </a:t>
            </a:r>
          </a:p>
          <a:p>
            <a:r>
              <a:rPr lang="en-US" sz="1600" dirty="0" smtClean="0"/>
              <a:t>Average cost BMI_range 26-35 : Rs.12721 </a:t>
            </a:r>
          </a:p>
          <a:p>
            <a:r>
              <a:rPr lang="en-US" sz="1600" dirty="0" smtClean="0"/>
              <a:t>Average cost per BMI_range 36-45 : Rs.16914 </a:t>
            </a:r>
          </a:p>
          <a:p>
            <a:r>
              <a:rPr lang="en-US" sz="1600" dirty="0" smtClean="0"/>
              <a:t>Average cost BMI_range 46-55 : Rs.17548</a:t>
            </a:r>
          </a:p>
          <a:p>
            <a:endParaRPr lang="en-US" sz="1600" dirty="0"/>
          </a:p>
          <a:p>
            <a:r>
              <a:rPr lang="en-US" sz="1600" dirty="0" smtClean="0"/>
              <a:t>Persons with BMI &gt;35 are incurring more cost i.e., more than avg. cost per policy, try to increase premium cost for those who has BMI &gt;35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14290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6</a:t>
            </a:r>
            <a:r>
              <a:rPr lang="en-US" sz="2400" b="1" dirty="0"/>
              <a:t>. Is it needed for the company to understand whether the person covered is a smoker or a non-smoker?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t="5485"/>
          <a:stretch>
            <a:fillRect/>
          </a:stretch>
        </p:blipFill>
        <p:spPr bwMode="auto">
          <a:xfrm>
            <a:off x="714348" y="1038245"/>
            <a:ext cx="5000659" cy="2462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8372" y="1071546"/>
            <a:ext cx="245778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00034" y="5637930"/>
            <a:ext cx="82868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Though smokers contribute to only 20% of policies provided, they claim almost 50% of the amount provided by company to overall policy </a:t>
            </a:r>
            <a:r>
              <a:rPr lang="en-US" sz="1600" dirty="0" smtClean="0"/>
              <a:t>holders</a:t>
            </a:r>
          </a:p>
          <a:p>
            <a:r>
              <a:rPr lang="en-US" sz="1600" dirty="0" smtClean="0"/>
              <a:t>Average cost per Smoker : Rs.32051 </a:t>
            </a:r>
            <a:r>
              <a:rPr lang="en-US" sz="1600" dirty="0" smtClean="0"/>
              <a:t> which is 242% more than the total avg. cost</a:t>
            </a:r>
          </a:p>
          <a:p>
            <a:r>
              <a:rPr lang="en-US" sz="1600" dirty="0" smtClean="0"/>
              <a:t>Average </a:t>
            </a:r>
            <a:r>
              <a:rPr lang="en-US" sz="1600" dirty="0" smtClean="0"/>
              <a:t>cost per Non-smoker : </a:t>
            </a:r>
            <a:r>
              <a:rPr lang="en-US" sz="1600" dirty="0" smtClean="0"/>
              <a:t>Rs.8435</a:t>
            </a:r>
            <a:endParaRPr lang="en-US" sz="16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71605" y="3500438"/>
            <a:ext cx="6000791" cy="2155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571480"/>
            <a:ext cx="857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7</a:t>
            </a:r>
            <a:r>
              <a:rPr lang="en-US" sz="2400" b="1" dirty="0"/>
              <a:t>. Does age have any barrier on the insurance claimed?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34" y="5072074"/>
            <a:ext cx="8286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Average cost per Age_group 18-29 : Rs.9183 </a:t>
            </a:r>
          </a:p>
          <a:p>
            <a:r>
              <a:rPr lang="en-US" sz="1600" dirty="0" smtClean="0"/>
              <a:t>Average cost per Age_group 30-49 : Rs.13124 </a:t>
            </a:r>
          </a:p>
          <a:p>
            <a:r>
              <a:rPr lang="en-US" sz="1600" dirty="0" smtClean="0"/>
              <a:t>Average cost per Age_group &gt;50 : Rs.17903</a:t>
            </a:r>
          </a:p>
          <a:p>
            <a:endParaRPr lang="en-US" sz="1600" dirty="0"/>
          </a:p>
          <a:p>
            <a:r>
              <a:rPr lang="en-US" sz="1600" dirty="0" smtClean="0"/>
              <a:t>Most of the cost is incurred by persons with age group &gt;50 , We can see the average cost for persons with age &gt; 50 is 35% more than the avg. cost per person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3" y="1000108"/>
            <a:ext cx="8791575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571480"/>
            <a:ext cx="857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8</a:t>
            </a:r>
            <a:r>
              <a:rPr lang="en-US" sz="2400" b="1" dirty="0"/>
              <a:t>. Can the company extend certain discounts after checking the health status (BMI) in this case? </a:t>
            </a:r>
          </a:p>
        </p:txBody>
      </p:sp>
      <p:sp>
        <p:nvSpPr>
          <p:cNvPr id="5" name="Rectangle 4"/>
          <p:cNvSpPr/>
          <p:nvPr/>
        </p:nvSpPr>
        <p:spPr>
          <a:xfrm>
            <a:off x="642910" y="4714884"/>
            <a:ext cx="78581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We can see the trend like as the BMI increases the cost for the company increases</a:t>
            </a:r>
          </a:p>
          <a:p>
            <a:endParaRPr lang="en-US" dirty="0"/>
          </a:p>
          <a:p>
            <a:r>
              <a:rPr lang="en-US" dirty="0" smtClean="0"/>
              <a:t>Persons with BMI &lt;35 are incurring less cost i.e., less than avg. cost per policy, try to give discounts for those who has BMI &lt;35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71612"/>
            <a:ext cx="8468509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Suggestions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buNone/>
            </a:pPr>
            <a:r>
              <a:rPr lang="en-US" b="1" dirty="0" smtClean="0"/>
              <a:t>Try to increase premium</a:t>
            </a:r>
          </a:p>
          <a:p>
            <a:r>
              <a:rPr lang="en-US" b="1" dirty="0" smtClean="0"/>
              <a:t>Age</a:t>
            </a:r>
            <a:r>
              <a:rPr lang="en-US" dirty="0" smtClean="0"/>
              <a:t>: &gt;</a:t>
            </a:r>
            <a:r>
              <a:rPr lang="en-US" dirty="0" smtClean="0"/>
              <a:t>50 </a:t>
            </a:r>
            <a:endParaRPr lang="en-US" dirty="0" smtClean="0"/>
          </a:p>
          <a:p>
            <a:r>
              <a:rPr lang="en-US" b="1" dirty="0" smtClean="0"/>
              <a:t>BMI: </a:t>
            </a:r>
            <a:r>
              <a:rPr lang="en-US" dirty="0" smtClean="0"/>
              <a:t>&gt;</a:t>
            </a:r>
            <a:r>
              <a:rPr lang="en-US" dirty="0" smtClean="0"/>
              <a:t>35 </a:t>
            </a:r>
            <a:endParaRPr lang="en-US" dirty="0" smtClean="0"/>
          </a:p>
          <a:p>
            <a:r>
              <a:rPr lang="en-US" b="1" dirty="0" smtClean="0"/>
              <a:t>Dependents: </a:t>
            </a:r>
            <a:r>
              <a:rPr lang="en-US" dirty="0" smtClean="0"/>
              <a:t>2,3,4</a:t>
            </a:r>
          </a:p>
          <a:p>
            <a:r>
              <a:rPr lang="en-US" b="1" dirty="0" smtClean="0"/>
              <a:t>Smokers: </a:t>
            </a:r>
            <a:r>
              <a:rPr lang="en-US" dirty="0" smtClean="0"/>
              <a:t>Yes (Costs</a:t>
            </a:r>
            <a:r>
              <a:rPr lang="en-US" b="1" dirty="0" smtClean="0"/>
              <a:t> </a:t>
            </a:r>
            <a:r>
              <a:rPr lang="en-US" dirty="0" smtClean="0"/>
              <a:t>242% more than the total avg. cost per policy)</a:t>
            </a:r>
          </a:p>
          <a:p>
            <a:r>
              <a:rPr lang="en-US" b="1" dirty="0" smtClean="0"/>
              <a:t>Region: </a:t>
            </a:r>
            <a:r>
              <a:rPr lang="en-US" dirty="0" smtClean="0"/>
              <a:t>Northeast and Southeast Regions</a:t>
            </a:r>
          </a:p>
          <a:p>
            <a:r>
              <a:rPr lang="en-US" b="1" dirty="0" smtClean="0"/>
              <a:t>Gender: </a:t>
            </a:r>
            <a:r>
              <a:rPr lang="en-US" dirty="0" smtClean="0"/>
              <a:t>Males </a:t>
            </a:r>
            <a:r>
              <a:rPr lang="en-US" dirty="0" smtClean="0"/>
              <a:t>(accounted </a:t>
            </a:r>
            <a:r>
              <a:rPr lang="en-US" dirty="0" smtClean="0"/>
              <a:t>for 53.14% of Sum of charges in INR.﻿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     </a:t>
            </a:r>
          </a:p>
          <a:p>
            <a:pPr>
              <a:buNone/>
            </a:pPr>
            <a:r>
              <a:rPr lang="en-US" b="1" dirty="0" smtClean="0"/>
              <a:t>Pricing: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     Try to increase premium based on the percentage increase in total average cost per policy and give discounts to those whose has average cost less than total average per policy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541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Analysis</vt:lpstr>
      <vt:lpstr>Slide 2</vt:lpstr>
      <vt:lpstr>Slide 3</vt:lpstr>
      <vt:lpstr>Slide 4</vt:lpstr>
      <vt:lpstr>Slide 5</vt:lpstr>
      <vt:lpstr>Slide 6</vt:lpstr>
      <vt:lpstr>Slide 7</vt:lpstr>
      <vt:lpstr>Slide 8</vt:lpstr>
      <vt:lpstr>Suggestions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</dc:creator>
  <cp:lastModifiedBy>HI</cp:lastModifiedBy>
  <cp:revision>55</cp:revision>
  <dcterms:created xsi:type="dcterms:W3CDTF">2026-01-19T05:00:44Z</dcterms:created>
  <dcterms:modified xsi:type="dcterms:W3CDTF">2026-01-20T08:00:36Z</dcterms:modified>
</cp:coreProperties>
</file>