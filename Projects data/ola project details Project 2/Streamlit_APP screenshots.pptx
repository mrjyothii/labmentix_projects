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57" r:id="rId9"/>
    <p:sldId id="261" r:id="rId10"/>
    <p:sldId id="262" r:id="rId11"/>
    <p:sldId id="263" r:id="rId12"/>
    <p:sldId id="264" r:id="rId13"/>
    <p:sldId id="258" r:id="rId14"/>
    <p:sldId id="259" r:id="rId15"/>
    <p:sldId id="26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50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FC98B-8996-40EE-90F1-B643D1A43B17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93F29-72C6-496F-A7D9-3173B1244E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smtClean="0"/>
              <a:t>SQL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1463211"/>
            <a:ext cx="9144033" cy="4894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14348" y="5214950"/>
            <a:ext cx="807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GitHub</a:t>
            </a:r>
            <a:r>
              <a:rPr lang="en-US" b="1" dirty="0" smtClean="0"/>
              <a:t> link for </a:t>
            </a:r>
            <a:r>
              <a:rPr lang="en-US" b="1" dirty="0" smtClean="0"/>
              <a:t>documents</a:t>
            </a:r>
            <a:r>
              <a:rPr lang="en-US" dirty="0" smtClean="0"/>
              <a:t>: https://github.com/mrjyothii/Labmentix_Projects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658" y="1357298"/>
            <a:ext cx="8221870" cy="49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916305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" y="3057543"/>
            <a:ext cx="9086850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428737"/>
            <a:ext cx="9143999" cy="1569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928934"/>
            <a:ext cx="9110630" cy="1534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586307"/>
            <a:ext cx="9144000" cy="162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" y="1285860"/>
            <a:ext cx="912495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062" y="5000636"/>
            <a:ext cx="7144481" cy="178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428737"/>
            <a:ext cx="9144000" cy="1506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38492"/>
            <a:ext cx="9144000" cy="2670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525" y="1571612"/>
            <a:ext cx="91535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7376" y="3143248"/>
            <a:ext cx="5064954" cy="3490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err="1" smtClean="0"/>
              <a:t>PowerBI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071" y="1511965"/>
            <a:ext cx="9015961" cy="4703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err="1" smtClean="0"/>
              <a:t>PowerBI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00174"/>
            <a:ext cx="84963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err="1" smtClean="0"/>
              <a:t>PowerBI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357298"/>
            <a:ext cx="86963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err="1" smtClean="0"/>
              <a:t>PowerBI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" y="1490684"/>
            <a:ext cx="83058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</a:t>
            </a:r>
            <a:r>
              <a:rPr lang="en-US" dirty="0" err="1" smtClean="0"/>
              <a:t>PowerBI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57298"/>
            <a:ext cx="809625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57"/>
            <a:ext cx="9138802" cy="421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428736"/>
            <a:ext cx="8935772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Streamlit_APP</a:t>
            </a:r>
            <a:r>
              <a:rPr lang="en-US" dirty="0" smtClean="0"/>
              <a:t> screenshots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72" y="1714488"/>
            <a:ext cx="9134628" cy="4219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2346</TotalTime>
  <Words>43</Words>
  <Application>Microsoft Office PowerPoint</Application>
  <PresentationFormat>On-screen Show (4:3)</PresentationFormat>
  <Paragraphs>16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Streamlit_APP SQL</vt:lpstr>
      <vt:lpstr>Streamlit_APP screenshots</vt:lpstr>
      <vt:lpstr>Streamlit_APP screenshots</vt:lpstr>
      <vt:lpstr>Streamlit_APP screenshots</vt:lpstr>
      <vt:lpstr>Streamlit_APP screenshots</vt:lpstr>
      <vt:lpstr>Streamlit_APP screenshots</vt:lpstr>
      <vt:lpstr>Streamlit_APP screenshots</vt:lpstr>
      <vt:lpstr>Streamlit_APP PowerBI screenshots</vt:lpstr>
      <vt:lpstr>Streamlit_APP PowerBI screenshots</vt:lpstr>
      <vt:lpstr>Streamlit_APP PowerBI screenshots</vt:lpstr>
      <vt:lpstr>Streamlit_APP PowerBI screenshots</vt:lpstr>
      <vt:lpstr>Streamlit_APP PowerBI screenshots</vt:lpstr>
      <vt:lpstr>Streamlit_APP screenshots</vt:lpstr>
      <vt:lpstr>Streamlit_APP screenshots</vt:lpstr>
      <vt:lpstr>Streamlit_APP screenshots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Streamlit_APP screenshots</dc:title>
  <dc:creator>HI</dc:creator>
  <cp:lastModifiedBy>HI</cp:lastModifiedBy>
  <cp:revision>5</cp:revision>
  <dcterms:created xsi:type="dcterms:W3CDTF">2026-01-06T14:14:34Z</dcterms:created>
  <dcterms:modified xsi:type="dcterms:W3CDTF">2026-01-08T07:20:19Z</dcterms:modified>
</cp:coreProperties>
</file>