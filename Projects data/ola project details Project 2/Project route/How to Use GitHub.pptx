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gFuKqCrIWMurakGIRmnGw+JTlV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 txBox="1"/>
          <p:nvPr>
            <p:ph type="ctrTitle"/>
          </p:nvPr>
        </p:nvSpPr>
        <p:spPr>
          <a:xfrm>
            <a:off x="1709928" y="987552"/>
            <a:ext cx="8385048" cy="3081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" type="subTitle"/>
          </p:nvPr>
        </p:nvSpPr>
        <p:spPr>
          <a:xfrm>
            <a:off x="2905506" y="4480561"/>
            <a:ext cx="5993892" cy="1166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 cap="none"/>
            </a:lvl1pPr>
            <a:lvl2pPr lvl="1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/>
            </a:lvl2pPr>
            <a:lvl3pPr lvl="2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p34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" type="body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6"/>
          <p:cNvSpPr txBox="1"/>
          <p:nvPr>
            <p:ph type="title"/>
          </p:nvPr>
        </p:nvSpPr>
        <p:spPr>
          <a:xfrm>
            <a:off x="1069848" y="1709738"/>
            <a:ext cx="943081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" type="body"/>
          </p:nvPr>
        </p:nvSpPr>
        <p:spPr>
          <a:xfrm>
            <a:off x="1069848" y="4589463"/>
            <a:ext cx="943081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4" name="Google Shape;84;p36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7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7"/>
          <p:cNvSpPr txBox="1"/>
          <p:nvPr>
            <p:ph idx="1" type="body"/>
          </p:nvPr>
        </p:nvSpPr>
        <p:spPr>
          <a:xfrm>
            <a:off x="1069848" y="1825625"/>
            <a:ext cx="46840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7"/>
          <p:cNvSpPr txBox="1"/>
          <p:nvPr>
            <p:ph idx="2" type="body"/>
          </p:nvPr>
        </p:nvSpPr>
        <p:spPr>
          <a:xfrm>
            <a:off x="6019802" y="1825625"/>
            <a:ext cx="468405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7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8"/>
          <p:cNvSpPr txBox="1"/>
          <p:nvPr>
            <p:ph type="title"/>
          </p:nvPr>
        </p:nvSpPr>
        <p:spPr>
          <a:xfrm>
            <a:off x="839788" y="365125"/>
            <a:ext cx="989993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1" type="body"/>
          </p:nvPr>
        </p:nvSpPr>
        <p:spPr>
          <a:xfrm>
            <a:off x="839789" y="1681163"/>
            <a:ext cx="487213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b="1" sz="20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7" name="Google Shape;97;p38"/>
          <p:cNvSpPr txBox="1"/>
          <p:nvPr>
            <p:ph idx="2" type="body"/>
          </p:nvPr>
        </p:nvSpPr>
        <p:spPr>
          <a:xfrm>
            <a:off x="839787" y="2510632"/>
            <a:ext cx="4872133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venir"/>
              <a:buNone/>
              <a:defRPr b="1"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8"/>
          <p:cNvSpPr txBox="1"/>
          <p:nvPr>
            <p:ph idx="3" type="body"/>
          </p:nvPr>
        </p:nvSpPr>
        <p:spPr>
          <a:xfrm>
            <a:off x="5889809" y="1681163"/>
            <a:ext cx="484990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b="1" sz="20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9" name="Google Shape;99;p38"/>
          <p:cNvSpPr txBox="1"/>
          <p:nvPr>
            <p:ph idx="4" type="body"/>
          </p:nvPr>
        </p:nvSpPr>
        <p:spPr>
          <a:xfrm>
            <a:off x="5889810" y="2505075"/>
            <a:ext cx="4872134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venir"/>
              <a:buNone/>
              <a:defRPr b="1"/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8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9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9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9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0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 txBox="1"/>
          <p:nvPr>
            <p:ph idx="1" type="body"/>
          </p:nvPr>
        </p:nvSpPr>
        <p:spPr>
          <a:xfrm>
            <a:off x="5183188" y="457201"/>
            <a:ext cx="565215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venir"/>
              <a:buNone/>
              <a:defRPr b="1" sz="2800"/>
            </a:lvl2pPr>
            <a:lvl3pPr indent="-3810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b="0" sz="24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/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5" name="Google Shape;115;p4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venir"/>
              <a:buNone/>
              <a:defRPr sz="14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6" name="Google Shape;116;p41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1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1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4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venir"/>
              <a:buNone/>
              <a:defRPr sz="14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3" name="Google Shape;123;p42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2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3"/>
          <p:cNvSpPr txBox="1"/>
          <p:nvPr>
            <p:ph idx="1" type="body"/>
          </p:nvPr>
        </p:nvSpPr>
        <p:spPr>
          <a:xfrm rot="5400000">
            <a:off x="3711184" y="-766817"/>
            <a:ext cx="4351338" cy="9634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43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3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3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44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4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3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7" name="Google Shape;7;p33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" name="Google Shape;8;p33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" name="Google Shape;9;p33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" name="Google Shape;10;p33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" name="Google Shape;11;p33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" name="Google Shape;12;p33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" name="Google Shape;13;p33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" name="Google Shape;14;p33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" name="Google Shape;15;p33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" name="Google Shape;16;p33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" name="Google Shape;17;p33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" name="Google Shape;18;p33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" name="Google Shape;19;p33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" name="Google Shape;20;p33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" name="Google Shape;21;p33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" name="Google Shape;22;p33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" name="Google Shape;23;p33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33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" name="Google Shape;25;p33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" name="Google Shape;26;p33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" name="Google Shape;27;p33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" name="Google Shape;28;p33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33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" name="Google Shape;30;p33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" name="Google Shape;31;p33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" name="Google Shape;32;p33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" name="Google Shape;33;p33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" name="Google Shape;35;p33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" name="Google Shape;36;p33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" name="Google Shape;37;p33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" name="Google Shape;38;p33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" name="Google Shape;39;p33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" name="Google Shape;40;p33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" name="Google Shape;41;p33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" name="Google Shape;42;p33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" name="Google Shape;43;p33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" name="Google Shape;44;p33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" name="Google Shape;45;p33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" name="Google Shape;46;p33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" name="Google Shape;47;p33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8" name="Google Shape;48;p33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" name="Google Shape;49;p33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" name="Google Shape;50;p33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" name="Google Shape;51;p33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" name="Google Shape;52;p33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" name="Google Shape;53;p33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" name="Google Shape;54;p33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" name="Google Shape;55;p33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" name="Google Shape;56;p33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" name="Google Shape;57;p33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" name="Google Shape;58;p33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" name="Google Shape;59;p33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0" name="Google Shape;60;p33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" name="Google Shape;61;p33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" name="Google Shape;62;p33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" name="Google Shape;63;p33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4" name="Google Shape;64;p33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33"/>
          <p:cNvSpPr txBox="1"/>
          <p:nvPr>
            <p:ph idx="1" type="body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2AEB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A2AEB5"/>
              </a:buClr>
              <a:buSzPts val="1800"/>
              <a:buFont typeface="Avenir"/>
              <a:buNone/>
              <a:defRPr b="0" i="0" sz="1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A2AEB5"/>
              </a:buClr>
              <a:buSzPts val="1600"/>
              <a:buFont typeface="Arial"/>
              <a:buChar char="•"/>
              <a:defRPr b="1" i="0" sz="16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A2AEB5"/>
              </a:buClr>
              <a:buSzPts val="1400"/>
              <a:buFont typeface="Avenir"/>
              <a:buNone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A2AEB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6" name="Google Shape;66;p33"/>
          <p:cNvSpPr txBox="1"/>
          <p:nvPr>
            <p:ph idx="10" type="dt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7" name="Google Shape;67;p33"/>
          <p:cNvSpPr txBox="1"/>
          <p:nvPr>
            <p:ph idx="11" type="ftr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8" name="Google Shape;68;p33"/>
          <p:cNvSpPr txBox="1"/>
          <p:nvPr>
            <p:ph idx="12" type="sldNum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31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Computer script on a screen" id="143" name="Google Shape;143;p1"/>
          <p:cNvPicPr preferRelativeResize="0"/>
          <p:nvPr/>
        </p:nvPicPr>
        <p:blipFill rotWithShape="1">
          <a:blip r:embed="rId3">
            <a:alphaModFix/>
          </a:blip>
          <a:srcRect b="8713" l="0" r="0" t="7017"/>
          <a:stretch/>
        </p:blipFill>
        <p:spPr>
          <a:xfrm>
            <a:off x="-6868" y="10"/>
            <a:ext cx="12191964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"/>
          <p:cNvSpPr/>
          <p:nvPr/>
        </p:nvSpPr>
        <p:spPr>
          <a:xfrm>
            <a:off x="3489175" y="2279176"/>
            <a:ext cx="5199894" cy="25856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5" name="Google Shape;145;p1"/>
          <p:cNvSpPr txBox="1"/>
          <p:nvPr>
            <p:ph type="ctrTitle"/>
          </p:nvPr>
        </p:nvSpPr>
        <p:spPr>
          <a:xfrm>
            <a:off x="3785812" y="2772032"/>
            <a:ext cx="46065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How to Create GitHub Account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"/>
          <p:cNvGrpSpPr/>
          <p:nvPr/>
        </p:nvGrpSpPr>
        <p:grpSpPr>
          <a:xfrm>
            <a:off x="23552" y="3022005"/>
            <a:ext cx="12161561" cy="1033163"/>
            <a:chOff x="23552" y="3022005"/>
            <a:chExt cx="12161561" cy="1033163"/>
          </a:xfrm>
        </p:grpSpPr>
        <p:sp>
          <p:nvSpPr>
            <p:cNvPr id="147" name="Google Shape;147;p1"/>
            <p:cNvSpPr/>
            <p:nvPr/>
          </p:nvSpPr>
          <p:spPr>
            <a:xfrm>
              <a:off x="8933426" y="3820899"/>
              <a:ext cx="146874" cy="103369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012632" y="3146103"/>
              <a:ext cx="143728" cy="146842"/>
            </a:xfrm>
            <a:custGeom>
              <a:rect b="b" l="l" r="r" t="t"/>
              <a:pathLst>
                <a:path extrusionOk="0" h="41" w="37">
                  <a:moveTo>
                    <a:pt x="24" y="4"/>
                  </a:moveTo>
                  <a:cubicBezTo>
                    <a:pt x="37" y="1"/>
                    <a:pt x="28" y="18"/>
                    <a:pt x="29" y="26"/>
                  </a:cubicBezTo>
                  <a:cubicBezTo>
                    <a:pt x="8" y="41"/>
                    <a:pt x="0" y="0"/>
                    <a:pt x="24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758308" y="3186235"/>
              <a:ext cx="143728" cy="93707"/>
            </a:xfrm>
            <a:custGeom>
              <a:rect b="b" l="l" r="r" t="t"/>
              <a:pathLst>
                <a:path extrusionOk="0" h="26" w="37">
                  <a:moveTo>
                    <a:pt x="19" y="0"/>
                  </a:moveTo>
                  <a:cubicBezTo>
                    <a:pt x="31" y="1"/>
                    <a:pt x="37" y="23"/>
                    <a:pt x="22" y="26"/>
                  </a:cubicBezTo>
                  <a:cubicBezTo>
                    <a:pt x="2" y="26"/>
                    <a:pt x="0" y="0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0519141" y="3199239"/>
              <a:ext cx="155267" cy="132351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9579147" y="3203103"/>
              <a:ext cx="186739" cy="140079"/>
            </a:xfrm>
            <a:custGeom>
              <a:rect b="b" l="l" r="r" t="t"/>
              <a:pathLst>
                <a:path extrusionOk="0" h="39" w="48">
                  <a:moveTo>
                    <a:pt x="28" y="1"/>
                  </a:moveTo>
                  <a:cubicBezTo>
                    <a:pt x="39" y="0"/>
                    <a:pt x="43" y="5"/>
                    <a:pt x="46" y="11"/>
                  </a:cubicBezTo>
                  <a:cubicBezTo>
                    <a:pt x="48" y="39"/>
                    <a:pt x="0" y="17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10845413" y="3206968"/>
              <a:ext cx="171003" cy="132351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11532571" y="3278457"/>
              <a:ext cx="155267" cy="89843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10224344" y="3213730"/>
              <a:ext cx="155267" cy="107233"/>
            </a:xfrm>
            <a:custGeom>
              <a:rect b="b" l="l" r="r" t="t"/>
              <a:pathLst>
                <a:path extrusionOk="0" h="30" w="40">
                  <a:moveTo>
                    <a:pt x="22" y="0"/>
                  </a:moveTo>
                  <a:cubicBezTo>
                    <a:pt x="39" y="3"/>
                    <a:pt x="40" y="30"/>
                    <a:pt x="16" y="26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9955774" y="3217593"/>
              <a:ext cx="155267" cy="107233"/>
            </a:xfrm>
            <a:custGeom>
              <a:rect b="b" l="l" r="r" t="t"/>
              <a:pathLst>
                <a:path extrusionOk="0" h="30" w="40">
                  <a:moveTo>
                    <a:pt x="22" y="0"/>
                  </a:moveTo>
                  <a:cubicBezTo>
                    <a:pt x="40" y="1"/>
                    <a:pt x="40" y="30"/>
                    <a:pt x="17" y="26"/>
                  </a:cubicBezTo>
                  <a:cubicBezTo>
                    <a:pt x="0" y="7"/>
                    <a:pt x="15" y="5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9366180" y="3221457"/>
              <a:ext cx="143728" cy="99505"/>
            </a:xfrm>
            <a:custGeom>
              <a:rect b="b" l="l" r="r" t="t"/>
              <a:pathLst>
                <a:path extrusionOk="0" h="28" w="37">
                  <a:moveTo>
                    <a:pt x="13" y="2"/>
                  </a:moveTo>
                  <a:cubicBezTo>
                    <a:pt x="23" y="0"/>
                    <a:pt x="25" y="4"/>
                    <a:pt x="29" y="9"/>
                  </a:cubicBezTo>
                  <a:cubicBezTo>
                    <a:pt x="37" y="19"/>
                    <a:pt x="25" y="25"/>
                    <a:pt x="14" y="28"/>
                  </a:cubicBezTo>
                  <a:cubicBezTo>
                    <a:pt x="4" y="21"/>
                    <a:pt x="0" y="7"/>
                    <a:pt x="13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11249313" y="3228221"/>
              <a:ext cx="162611" cy="142976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11769669" y="3263964"/>
              <a:ext cx="151070" cy="114961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12025650" y="3278455"/>
              <a:ext cx="159463" cy="107233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10923043" y="3285217"/>
              <a:ext cx="7345" cy="77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10550139" y="3580387"/>
              <a:ext cx="163660" cy="121724"/>
            </a:xfrm>
            <a:custGeom>
              <a:rect b="b" l="l" r="r" t="t"/>
              <a:pathLst>
                <a:path extrusionOk="0" h="34" w="42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9815064" y="3539291"/>
              <a:ext cx="225557" cy="143944"/>
            </a:xfrm>
            <a:custGeom>
              <a:rect b="b" l="l" r="r" t="t"/>
              <a:pathLst>
                <a:path extrusionOk="0" h="40" w="58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9091835" y="3539292"/>
              <a:ext cx="175200" cy="93707"/>
            </a:xfrm>
            <a:custGeom>
              <a:rect b="b" l="l" r="r" t="t"/>
              <a:pathLst>
                <a:path extrusionOk="0" h="26" w="45">
                  <a:moveTo>
                    <a:pt x="23" y="0"/>
                  </a:moveTo>
                  <a:cubicBezTo>
                    <a:pt x="33" y="2"/>
                    <a:pt x="45" y="21"/>
                    <a:pt x="30" y="26"/>
                  </a:cubicBezTo>
                  <a:cubicBezTo>
                    <a:pt x="10" y="24"/>
                    <a:pt x="0" y="8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9320539" y="3539289"/>
              <a:ext cx="260178" cy="143944"/>
            </a:xfrm>
            <a:custGeom>
              <a:rect b="b" l="l" r="r" t="t"/>
              <a:pathLst>
                <a:path extrusionOk="0" h="40" w="67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759800" y="3539291"/>
              <a:ext cx="152120" cy="111097"/>
            </a:xfrm>
            <a:custGeom>
              <a:rect b="b" l="l" r="r" t="t"/>
              <a:pathLst>
                <a:path extrusionOk="0" h="31" w="39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10204341" y="3569721"/>
              <a:ext cx="163660" cy="96607"/>
            </a:xfrm>
            <a:custGeom>
              <a:rect b="b" l="l" r="r" t="t"/>
              <a:pathLst>
                <a:path extrusionOk="0" h="27" w="42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10959349" y="3594839"/>
              <a:ext cx="143728" cy="117858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11171682" y="3557646"/>
              <a:ext cx="166807" cy="121724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9913811" y="3611744"/>
              <a:ext cx="11540" cy="10628"/>
            </a:xfrm>
            <a:custGeom>
              <a:rect b="b" l="l" r="r" t="t"/>
              <a:pathLst>
                <a:path extrusionOk="0" h="3" w="3">
                  <a:moveTo>
                    <a:pt x="1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2" y="3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9238190" y="3618509"/>
              <a:ext cx="7345" cy="676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11245118" y="3633000"/>
              <a:ext cx="8392" cy="676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11909199" y="3636863"/>
              <a:ext cx="155267" cy="113994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11625942" y="3622374"/>
              <a:ext cx="151070" cy="178722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8706294" y="3832973"/>
              <a:ext cx="143728" cy="79216"/>
            </a:xfrm>
            <a:custGeom>
              <a:rect b="b" l="l" r="r" t="t"/>
              <a:pathLst>
                <a:path extrusionOk="0" h="22" w="37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9172096" y="3868719"/>
              <a:ext cx="162611" cy="93707"/>
            </a:xfrm>
            <a:custGeom>
              <a:rect b="b" l="l" r="r" t="t"/>
              <a:pathLst>
                <a:path extrusionOk="0" h="26" w="42">
                  <a:moveTo>
                    <a:pt x="28" y="0"/>
                  </a:moveTo>
                  <a:cubicBezTo>
                    <a:pt x="42" y="4"/>
                    <a:pt x="38" y="23"/>
                    <a:pt x="23" y="26"/>
                  </a:cubicBezTo>
                  <a:cubicBezTo>
                    <a:pt x="0" y="26"/>
                    <a:pt x="8" y="5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9734415" y="3872581"/>
              <a:ext cx="175200" cy="129453"/>
            </a:xfrm>
            <a:custGeom>
              <a:rect b="b" l="l" r="r" t="t"/>
              <a:pathLst>
                <a:path extrusionOk="0" h="36" w="45">
                  <a:moveTo>
                    <a:pt x="28" y="0"/>
                  </a:moveTo>
                  <a:cubicBezTo>
                    <a:pt x="34" y="1"/>
                    <a:pt x="45" y="11"/>
                    <a:pt x="42" y="20"/>
                  </a:cubicBezTo>
                  <a:cubicBezTo>
                    <a:pt x="25" y="36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9505710" y="3883209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10733368" y="395837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10406887" y="3901564"/>
              <a:ext cx="151070" cy="111097"/>
            </a:xfrm>
            <a:custGeom>
              <a:rect b="b" l="l" r="r" t="t"/>
              <a:pathLst>
                <a:path extrusionOk="0" h="31" w="39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10107894" y="3904464"/>
              <a:ext cx="139530" cy="93707"/>
            </a:xfrm>
            <a:custGeom>
              <a:rect b="b" l="l" r="r" t="t"/>
              <a:pathLst>
                <a:path extrusionOk="0" h="26" w="36">
                  <a:moveTo>
                    <a:pt x="21" y="0"/>
                  </a:moveTo>
                  <a:cubicBezTo>
                    <a:pt x="32" y="4"/>
                    <a:pt x="36" y="23"/>
                    <a:pt x="21" y="26"/>
                  </a:cubicBezTo>
                  <a:cubicBezTo>
                    <a:pt x="1" y="24"/>
                    <a:pt x="0" y="2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11909199" y="3912191"/>
              <a:ext cx="155267" cy="103369"/>
            </a:xfrm>
            <a:custGeom>
              <a:rect b="b" l="l" r="r" t="t"/>
              <a:pathLst>
                <a:path extrusionOk="0" h="29" w="40">
                  <a:moveTo>
                    <a:pt x="24" y="0"/>
                  </a:moveTo>
                  <a:cubicBezTo>
                    <a:pt x="40" y="2"/>
                    <a:pt x="34" y="29"/>
                    <a:pt x="19" y="26"/>
                  </a:cubicBezTo>
                  <a:cubicBezTo>
                    <a:pt x="0" y="19"/>
                    <a:pt x="4" y="2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9812046" y="3947935"/>
              <a:ext cx="4197" cy="6762"/>
            </a:xfrm>
            <a:custGeom>
              <a:rect b="b" l="l" r="r" t="t"/>
              <a:pathLst>
                <a:path extrusionOk="0" h="2" w="1">
                  <a:moveTo>
                    <a:pt x="0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1027955" y="3951797"/>
              <a:ext cx="143728" cy="92743"/>
            </a:xfrm>
            <a:custGeom>
              <a:rect b="b" l="l" r="r" t="t"/>
              <a:pathLst>
                <a:path extrusionOk="0" h="26" w="37">
                  <a:moveTo>
                    <a:pt x="21" y="0"/>
                  </a:moveTo>
                  <a:cubicBezTo>
                    <a:pt x="32" y="2"/>
                    <a:pt x="37" y="23"/>
                    <a:pt x="22" y="26"/>
                  </a:cubicBezTo>
                  <a:cubicBezTo>
                    <a:pt x="3" y="26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11345833" y="3947935"/>
              <a:ext cx="167855" cy="107233"/>
            </a:xfrm>
            <a:custGeom>
              <a:rect b="b" l="l" r="r" t="t"/>
              <a:pathLst>
                <a:path extrusionOk="0" h="30" w="43">
                  <a:moveTo>
                    <a:pt x="28" y="2"/>
                  </a:moveTo>
                  <a:cubicBezTo>
                    <a:pt x="36" y="0"/>
                    <a:pt x="43" y="12"/>
                    <a:pt x="41" y="20"/>
                  </a:cubicBezTo>
                  <a:cubicBezTo>
                    <a:pt x="24" y="30"/>
                    <a:pt x="0" y="14"/>
                    <a:pt x="28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11594469" y="3954698"/>
              <a:ext cx="143728" cy="79216"/>
            </a:xfrm>
            <a:custGeom>
              <a:rect b="b" l="l" r="r" t="t"/>
              <a:pathLst>
                <a:path extrusionOk="0" h="22" w="37">
                  <a:moveTo>
                    <a:pt x="19" y="0"/>
                  </a:moveTo>
                  <a:cubicBezTo>
                    <a:pt x="35" y="1"/>
                    <a:pt x="37" y="22"/>
                    <a:pt x="19" y="22"/>
                  </a:cubicBezTo>
                  <a:cubicBezTo>
                    <a:pt x="6" y="18"/>
                    <a:pt x="0" y="4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158264" y="3024903"/>
              <a:ext cx="163660" cy="104334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767792" y="3039394"/>
              <a:ext cx="143728" cy="85979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457259" y="3022005"/>
              <a:ext cx="163660" cy="92743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2456843" y="3047122"/>
              <a:ext cx="147925" cy="82115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2693941" y="3057748"/>
              <a:ext cx="152120" cy="92743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1308079" y="3068377"/>
              <a:ext cx="178347" cy="117858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1055247" y="3072240"/>
              <a:ext cx="159463" cy="96607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1630154" y="3093493"/>
              <a:ext cx="151070" cy="92743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2154702" y="3093493"/>
              <a:ext cx="155267" cy="111097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1878791" y="312537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1369975" y="3143729"/>
              <a:ext cx="11540" cy="676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986006" y="3362058"/>
              <a:ext cx="169954" cy="88879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1194777" y="3401668"/>
              <a:ext cx="136383" cy="107233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519156" y="3408428"/>
              <a:ext cx="140580" cy="96607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1463345" y="3415192"/>
              <a:ext cx="151070" cy="93707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717434" y="3412293"/>
              <a:ext cx="159463" cy="124621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1703589" y="3419055"/>
              <a:ext cx="155267" cy="82115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2767596" y="3450937"/>
              <a:ext cx="152120" cy="85979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1960620" y="3415192"/>
              <a:ext cx="166807" cy="111097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283108" y="3458664"/>
              <a:ext cx="146874" cy="92743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2223943" y="3465427"/>
              <a:ext cx="155267" cy="82115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2515592" y="3483783"/>
              <a:ext cx="162611" cy="117858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818149" y="3705975"/>
              <a:ext cx="175200" cy="88879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1102456" y="3708874"/>
              <a:ext cx="146874" cy="82115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1381515" y="3716603"/>
              <a:ext cx="147925" cy="78251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2585883" y="3712738"/>
              <a:ext cx="166807" cy="107233"/>
            </a:xfrm>
            <a:custGeom>
              <a:rect b="b" l="l" r="r" t="t"/>
              <a:pathLst>
                <a:path extrusionOk="0" h="30" w="43">
                  <a:moveTo>
                    <a:pt x="27" y="3"/>
                  </a:moveTo>
                  <a:cubicBezTo>
                    <a:pt x="35" y="0"/>
                    <a:pt x="43" y="16"/>
                    <a:pt x="40" y="22"/>
                  </a:cubicBezTo>
                  <a:cubicBezTo>
                    <a:pt x="21" y="30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2317313" y="3723363"/>
              <a:ext cx="152120" cy="82115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1995241" y="3702111"/>
              <a:ext cx="155267" cy="186450"/>
            </a:xfrm>
            <a:custGeom>
              <a:rect b="b" l="l" r="r" t="t"/>
              <a:pathLst>
                <a:path extrusionOk="0" h="52" w="40">
                  <a:moveTo>
                    <a:pt x="13" y="7"/>
                  </a:moveTo>
                  <a:cubicBezTo>
                    <a:pt x="40" y="12"/>
                    <a:pt x="18" y="52"/>
                    <a:pt x="0" y="24"/>
                  </a:cubicBezTo>
                  <a:cubicBezTo>
                    <a:pt x="2" y="0"/>
                    <a:pt x="6" y="17"/>
                    <a:pt x="13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593642" y="3730128"/>
              <a:ext cx="155267" cy="104334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91730" y="3737922"/>
              <a:ext cx="155267" cy="133317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1701490" y="3709999"/>
              <a:ext cx="159463" cy="110131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3"/>
                    <a:pt x="41" y="31"/>
                    <a:pt x="16" y="25"/>
                  </a:cubicBezTo>
                  <a:cubicBezTo>
                    <a:pt x="0" y="7"/>
                    <a:pt x="14" y="4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2469434" y="3802579"/>
              <a:ext cx="3148" cy="10628"/>
            </a:xfrm>
            <a:custGeom>
              <a:rect b="b" l="l" r="r" t="t"/>
              <a:pathLst>
                <a:path extrusionOk="0" h="3" w="1">
                  <a:moveTo>
                    <a:pt x="0" y="0"/>
                  </a:moveTo>
                  <a:cubicBezTo>
                    <a:pt x="1" y="0"/>
                    <a:pt x="1" y="3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3257751" y="3076723"/>
              <a:ext cx="143728" cy="96607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2919939" y="3091214"/>
              <a:ext cx="163660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3052129" y="3460249"/>
              <a:ext cx="159463" cy="96607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3335385" y="3453485"/>
              <a:ext cx="143728" cy="96607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3205696" y="3715636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2869586" y="3718188"/>
              <a:ext cx="152120" cy="92743"/>
            </a:xfrm>
            <a:custGeom>
              <a:rect b="b" l="l" r="r" t="t"/>
              <a:pathLst>
                <a:path extrusionOk="0" h="26" w="39">
                  <a:moveTo>
                    <a:pt x="23" y="0"/>
                  </a:moveTo>
                  <a:cubicBezTo>
                    <a:pt x="39" y="3"/>
                    <a:pt x="34" y="25"/>
                    <a:pt x="19" y="26"/>
                  </a:cubicBezTo>
                  <a:cubicBezTo>
                    <a:pt x="0" y="19"/>
                    <a:pt x="7" y="3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23552" y="3423540"/>
              <a:ext cx="155267" cy="104334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9657107" y="358421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378048" y="3693860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27" name="Google Shape;227;p1"/>
          <p:cNvSpPr txBox="1"/>
          <p:nvPr/>
        </p:nvSpPr>
        <p:spPr>
          <a:xfrm>
            <a:off x="7938084" y="6081102"/>
            <a:ext cx="41263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Absolute 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r'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228" name="Google Shape;2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1467" y="136308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2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234" name="Google Shape;234;p2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" name="Google Shape;235;p2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" name="Google Shape;236;p2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" name="Google Shape;237;p2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" name="Google Shape;238;p2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9" name="Google Shape;239;p2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0" name="Google Shape;240;p2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" name="Google Shape;243;p2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" name="Google Shape;244;p2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" name="Google Shape;245;p2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" name="Google Shape;246;p2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7" name="Google Shape;247;p2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" name="Google Shape;248;p2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0" name="Google Shape;250;p2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1" name="Google Shape;251;p2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2" name="Google Shape;252;p2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3" name="Google Shape;253;p2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4" name="Google Shape;254;p2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5" name="Google Shape;255;p2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6" name="Google Shape;256;p2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" name="Google Shape;257;p2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" name="Google Shape;258;p2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" name="Google Shape;259;p2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" name="Google Shape;260;p2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" name="Google Shape;261;p2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" name="Google Shape;262;p2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" name="Google Shape;263;p2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4" name="Google Shape;264;p2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5" name="Google Shape;265;p2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6" name="Google Shape;266;p2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7" name="Google Shape;267;p2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1" name="Google Shape;281;p2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" name="Google Shape;282;p2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" name="Google Shape;284;p2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" name="Google Shape;285;p2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8" name="Google Shape;288;p2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9" name="Google Shape;289;p2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91" name="Google Shape;29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aphical user interface&#10;&#10;Description automatically generated with low confidence" id="292" name="Google Shape;29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0583" r="10306" t="0"/>
          <a:stretch/>
        </p:blipFill>
        <p:spPr>
          <a:xfrm>
            <a:off x="20" y="1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4" name="Google Shape;294;p2"/>
          <p:cNvSpPr txBox="1"/>
          <p:nvPr>
            <p:ph type="title"/>
          </p:nvPr>
        </p:nvSpPr>
        <p:spPr>
          <a:xfrm>
            <a:off x="624166" y="4581792"/>
            <a:ext cx="9594613" cy="1632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Google Browser and type GitHub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5" name="Google Shape;295;p2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296" name="Google Shape;296;p2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" name="Google Shape;297;p2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" name="Google Shape;298;p2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2" name="Google Shape;302;p2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" name="Google Shape;304;p2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" name="Google Shape;305;p2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6" name="Google Shape;306;p2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" name="Google Shape;307;p2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" name="Google Shape;308;p2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9" name="Google Shape;309;p2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0" name="Google Shape;310;p2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" name="Google Shape;311;p2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2" name="Google Shape;312;p2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3" name="Google Shape;313;p2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4" name="Google Shape;314;p2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353" name="Google Shape;3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376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3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359" name="Google Shape;359;p3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0" name="Google Shape;360;p3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1" name="Google Shape;361;p3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2" name="Google Shape;362;p3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3" name="Google Shape;363;p3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4" name="Google Shape;364;p3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5" name="Google Shape;365;p3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6" name="Google Shape;366;p3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7" name="Google Shape;367;p3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8" name="Google Shape;368;p3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9" name="Google Shape;369;p3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0" name="Google Shape;370;p3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1" name="Google Shape;371;p3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2" name="Google Shape;372;p3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3" name="Google Shape;373;p3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4" name="Google Shape;374;p3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5" name="Google Shape;375;p3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6" name="Google Shape;376;p3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7" name="Google Shape;377;p3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8" name="Google Shape;378;p3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9" name="Google Shape;379;p3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0" name="Google Shape;380;p3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1" name="Google Shape;381;p3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2" name="Google Shape;382;p3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3" name="Google Shape;383;p3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4" name="Google Shape;384;p3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5" name="Google Shape;385;p3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6" name="Google Shape;386;p3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7" name="Google Shape;387;p3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8" name="Google Shape;388;p3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9" name="Google Shape;389;p3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0" name="Google Shape;390;p3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1" name="Google Shape;391;p3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2" name="Google Shape;392;p3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3" name="Google Shape;393;p3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4" name="Google Shape;394;p3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5" name="Google Shape;395;p3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6" name="Google Shape;396;p3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7" name="Google Shape;397;p3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8" name="Google Shape;398;p3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9" name="Google Shape;399;p3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0" name="Google Shape;400;p3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1" name="Google Shape;401;p3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2" name="Google Shape;402;p3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3" name="Google Shape;403;p3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4" name="Google Shape;404;p3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5" name="Google Shape;405;p3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6" name="Google Shape;406;p3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7" name="Google Shape;407;p3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8" name="Google Shape;408;p3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9" name="Google Shape;409;p3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0" name="Google Shape;410;p3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1" name="Google Shape;411;p3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2" name="Google Shape;412;p3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3" name="Google Shape;413;p3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4" name="Google Shape;414;p3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416" name="Google Shape;4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aphical user interface, text, application, email&#10;&#10;Description automatically generated" id="417" name="Google Shape;41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20889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19" name="Google Shape;419;p3"/>
          <p:cNvSpPr txBox="1"/>
          <p:nvPr>
            <p:ph type="title"/>
          </p:nvPr>
        </p:nvSpPr>
        <p:spPr>
          <a:xfrm>
            <a:off x="736901" y="5247834"/>
            <a:ext cx="10247754" cy="1070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first option</a:t>
            </a:r>
            <a:endParaRPr/>
          </a:p>
        </p:txBody>
      </p:sp>
      <p:grpSp>
        <p:nvGrpSpPr>
          <p:cNvPr id="420" name="Google Shape;420;p3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421" name="Google Shape;421;p3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6" name="Google Shape;436;p3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9" name="Google Shape;439;p3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0" name="Google Shape;440;p3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1" name="Google Shape;441;p3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2" name="Google Shape;442;p3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3" name="Google Shape;443;p3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4" name="Google Shape;444;p3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5" name="Google Shape;445;p3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6" name="Google Shape;446;p3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7" name="Google Shape;447;p3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8" name="Google Shape;448;p3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9" name="Google Shape;449;p3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0" name="Google Shape;450;p3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1" name="Google Shape;451;p3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2" name="Google Shape;452;p3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3" name="Google Shape;453;p3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4" name="Google Shape;454;p3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5" name="Google Shape;455;p3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6" name="Google Shape;456;p3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7" name="Google Shape;457;p3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8" name="Google Shape;458;p3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59" name="Google Shape;459;p3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0" name="Google Shape;460;p3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1" name="Google Shape;461;p3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2" name="Google Shape;462;p3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3" name="Google Shape;463;p3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4" name="Google Shape;464;p3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5" name="Google Shape;465;p3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6" name="Google Shape;466;p3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7" name="Google Shape;467;p3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8" name="Google Shape;468;p3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69" name="Google Shape;469;p3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0" name="Google Shape;470;p3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1" name="Google Shape;471;p3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2" name="Google Shape;472;p3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3" name="Google Shape;473;p3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4" name="Google Shape;474;p3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5" name="Google Shape;475;p3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6" name="Google Shape;476;p3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7" name="Google Shape;477;p3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478" name="Google Shape;478;p3"/>
          <p:cNvCxnSpPr/>
          <p:nvPr/>
        </p:nvCxnSpPr>
        <p:spPr>
          <a:xfrm rot="10800000">
            <a:off x="3648547" y="2118402"/>
            <a:ext cx="1059256" cy="3521129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479" name="Google Shape;47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376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4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485" name="Google Shape;485;p4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87" name="Google Shape;487;p4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88" name="Google Shape;488;p4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89" name="Google Shape;489;p4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0" name="Google Shape;490;p4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1" name="Google Shape;491;p4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2" name="Google Shape;492;p4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7" name="Google Shape;497;p4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8" name="Google Shape;498;p4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99" name="Google Shape;499;p4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0" name="Google Shape;500;p4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1" name="Google Shape;501;p4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2" name="Google Shape;502;p4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3" name="Google Shape;503;p4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4" name="Google Shape;504;p4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7" name="Google Shape;507;p4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8" name="Google Shape;508;p4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1" name="Google Shape;511;p4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2" name="Google Shape;512;p4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3" name="Google Shape;513;p4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5" name="Google Shape;515;p4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6" name="Google Shape;516;p4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7" name="Google Shape;517;p4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8" name="Google Shape;518;p4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19" name="Google Shape;519;p4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0" name="Google Shape;520;p4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1" name="Google Shape;521;p4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2" name="Google Shape;522;p4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3" name="Google Shape;523;p4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4" name="Google Shape;524;p4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5" name="Google Shape;525;p4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6" name="Google Shape;526;p4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7" name="Google Shape;527;p4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8" name="Google Shape;528;p4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9" name="Google Shape;529;p4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0" name="Google Shape;530;p4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1" name="Google Shape;531;p4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2" name="Google Shape;532;p4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3" name="Google Shape;533;p4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4" name="Google Shape;534;p4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5" name="Google Shape;535;p4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6" name="Google Shape;536;p4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7" name="Google Shape;537;p4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8" name="Google Shape;538;p4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9" name="Google Shape;539;p4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0" name="Google Shape;540;p4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1" name="Google Shape;541;p4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42" name="Google Shape;54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aphical user interface&#10;&#10;Description automatically generated with medium confidence" id="543" name="Google Shape;54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0" r="21333" t="0"/>
          <a:stretch/>
        </p:blipFill>
        <p:spPr>
          <a:xfrm>
            <a:off x="20" y="20451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4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45" name="Google Shape;545;p4"/>
          <p:cNvSpPr txBox="1"/>
          <p:nvPr>
            <p:ph type="title"/>
          </p:nvPr>
        </p:nvSpPr>
        <p:spPr>
          <a:xfrm>
            <a:off x="1383112" y="5010310"/>
            <a:ext cx="7171894" cy="10102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 your </a:t>
            </a:r>
            <a:r>
              <a:rPr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mail id </a:t>
            </a: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signup </a:t>
            </a:r>
            <a:endParaRPr/>
          </a:p>
        </p:txBody>
      </p:sp>
      <p:grpSp>
        <p:nvGrpSpPr>
          <p:cNvPr id="546" name="Google Shape;546;p4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547" name="Google Shape;547;p4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8" name="Google Shape;548;p4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0" name="Google Shape;550;p4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3" name="Google Shape;553;p4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6" name="Google Shape;556;p4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7" name="Google Shape;557;p4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8" name="Google Shape;558;p4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9" name="Google Shape;559;p4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0" name="Google Shape;560;p4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1" name="Google Shape;561;p4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2" name="Google Shape;562;p4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3" name="Google Shape;563;p4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4" name="Google Shape;564;p4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5" name="Google Shape;565;p4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6" name="Google Shape;566;p4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7" name="Google Shape;567;p4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8" name="Google Shape;568;p4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69" name="Google Shape;569;p4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0" name="Google Shape;570;p4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1" name="Google Shape;571;p4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2" name="Google Shape;572;p4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3" name="Google Shape;573;p4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4" name="Google Shape;574;p4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5" name="Google Shape;575;p4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6" name="Google Shape;576;p4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7" name="Google Shape;577;p4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8" name="Google Shape;578;p4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79" name="Google Shape;579;p4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0" name="Google Shape;580;p4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1" name="Google Shape;581;p4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2" name="Google Shape;582;p4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3" name="Google Shape;583;p4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4" name="Google Shape;584;p4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5" name="Google Shape;585;p4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6" name="Google Shape;586;p4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7" name="Google Shape;587;p4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8" name="Google Shape;588;p4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89" name="Google Shape;589;p4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0" name="Google Shape;590;p4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1" name="Google Shape;591;p4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2" name="Google Shape;592;p4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3" name="Google Shape;593;p4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4" name="Google Shape;594;p4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5" name="Google Shape;595;p4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6" name="Google Shape;596;p4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7" name="Google Shape;597;p4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8" name="Google Shape;598;p4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99" name="Google Shape;599;p4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00" name="Google Shape;600;p4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01" name="Google Shape;601;p4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02" name="Google Shape;602;p4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03" name="Google Shape;603;p4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604" name="Google Shape;604;p4"/>
          <p:cNvCxnSpPr/>
          <p:nvPr/>
        </p:nvCxnSpPr>
        <p:spPr>
          <a:xfrm rot="10800000">
            <a:off x="4034672" y="4779947"/>
            <a:ext cx="282804" cy="55474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605" name="Google Shape;6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376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5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611" name="Google Shape;611;p5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39" name="Google Shape;639;p5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0" name="Google Shape;640;p5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1" name="Google Shape;641;p5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2" name="Google Shape;642;p5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3" name="Google Shape;643;p5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4" name="Google Shape;644;p5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5" name="Google Shape;645;p5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6" name="Google Shape;646;p5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7" name="Google Shape;647;p5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8" name="Google Shape;648;p5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9" name="Google Shape;649;p5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0" name="Google Shape;650;p5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1" name="Google Shape;651;p5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2" name="Google Shape;652;p5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3" name="Google Shape;653;p5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4" name="Google Shape;654;p5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5" name="Google Shape;655;p5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668" name="Google Shape;66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aphical user interface, application&#10;&#10;Description automatically generated" id="669" name="Google Shape;66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15795" r="4649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71" name="Google Shape;671;p5"/>
          <p:cNvSpPr txBox="1"/>
          <p:nvPr>
            <p:ph type="title"/>
          </p:nvPr>
        </p:nvSpPr>
        <p:spPr>
          <a:xfrm>
            <a:off x="1311564" y="4055062"/>
            <a:ext cx="8321963" cy="1265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the </a:t>
            </a:r>
            <a:r>
              <a:rPr lang="en-US" sz="5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button</a:t>
            </a:r>
            <a:endParaRPr/>
          </a:p>
        </p:txBody>
      </p:sp>
      <p:grpSp>
        <p:nvGrpSpPr>
          <p:cNvPr id="672" name="Google Shape;672;p5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673" name="Google Shape;673;p5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4" name="Google Shape;674;p5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5" name="Google Shape;675;p5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6" name="Google Shape;676;p5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7" name="Google Shape;677;p5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1" name="Google Shape;681;p5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2" name="Google Shape;682;p5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3" name="Google Shape;683;p5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4" name="Google Shape;684;p5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5" name="Google Shape;685;p5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6" name="Google Shape;686;p5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7" name="Google Shape;687;p5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8" name="Google Shape;688;p5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89" name="Google Shape;689;p5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0" name="Google Shape;690;p5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1" name="Google Shape;691;p5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2" name="Google Shape;692;p5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3" name="Google Shape;693;p5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4" name="Google Shape;694;p5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5" name="Google Shape;695;p5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6" name="Google Shape;696;p5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7" name="Google Shape;697;p5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8" name="Google Shape;698;p5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99" name="Google Shape;699;p5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0" name="Google Shape;700;p5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1" name="Google Shape;701;p5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2" name="Google Shape;702;p5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3" name="Google Shape;703;p5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4" name="Google Shape;704;p5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5" name="Google Shape;705;p5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6" name="Google Shape;706;p5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7" name="Google Shape;707;p5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8" name="Google Shape;708;p5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09" name="Google Shape;709;p5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0" name="Google Shape;710;p5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1" name="Google Shape;711;p5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2" name="Google Shape;712;p5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3" name="Google Shape;713;p5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4" name="Google Shape;714;p5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5" name="Google Shape;715;p5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6" name="Google Shape;716;p5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7" name="Google Shape;717;p5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8" name="Google Shape;718;p5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19" name="Google Shape;719;p5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0" name="Google Shape;720;p5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1" name="Google Shape;721;p5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2" name="Google Shape;722;p5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3" name="Google Shape;723;p5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4" name="Google Shape;724;p5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5" name="Google Shape;725;p5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6" name="Google Shape;726;p5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7" name="Google Shape;727;p5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8" name="Google Shape;728;p5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29" name="Google Shape;729;p5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730" name="Google Shape;730;p5"/>
          <p:cNvCxnSpPr/>
          <p:nvPr/>
        </p:nvCxnSpPr>
        <p:spPr>
          <a:xfrm flipH="1" rot="10800000">
            <a:off x="5375305" y="2571610"/>
            <a:ext cx="1709159" cy="198856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5" name="Google Shape;735;p6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736" name="Google Shape;736;p6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1" name="Google Shape;741;p6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4" name="Google Shape;744;p6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5" name="Google Shape;745;p6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6" name="Google Shape;746;p6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7" name="Google Shape;747;p6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8" name="Google Shape;748;p6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49" name="Google Shape;749;p6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0" name="Google Shape;750;p6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1" name="Google Shape;751;p6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2" name="Google Shape;752;p6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3" name="Google Shape;753;p6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4" name="Google Shape;754;p6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5" name="Google Shape;755;p6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6" name="Google Shape;756;p6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7" name="Google Shape;757;p6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8" name="Google Shape;758;p6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9" name="Google Shape;759;p6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0" name="Google Shape;760;p6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1" name="Google Shape;761;p6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2" name="Google Shape;762;p6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3" name="Google Shape;763;p6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4" name="Google Shape;764;p6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5" name="Google Shape;765;p6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6" name="Google Shape;766;p6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7" name="Google Shape;767;p6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8" name="Google Shape;768;p6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69" name="Google Shape;769;p6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0" name="Google Shape;770;p6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1" name="Google Shape;771;p6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2" name="Google Shape;772;p6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3" name="Google Shape;773;p6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4" name="Google Shape;774;p6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5" name="Google Shape;775;p6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6" name="Google Shape;776;p6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7" name="Google Shape;777;p6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8" name="Google Shape;778;p6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79" name="Google Shape;779;p6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0" name="Google Shape;780;p6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1" name="Google Shape;781;p6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2" name="Google Shape;782;p6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3" name="Google Shape;783;p6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4" name="Google Shape;784;p6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5" name="Google Shape;785;p6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6" name="Google Shape;786;p6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7" name="Google Shape;787;p6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8" name="Google Shape;788;p6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89" name="Google Shape;789;p6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0" name="Google Shape;790;p6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1" name="Google Shape;791;p6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2" name="Google Shape;792;p6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793" name="Google Shape;79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Text&#10;&#10;Description automatically generated" id="794" name="Google Shape;794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1" l="12408" r="11590" t="0"/>
          <a:stretch/>
        </p:blipFill>
        <p:spPr>
          <a:xfrm>
            <a:off x="20" y="-76067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6" name="Google Shape;796;p6"/>
          <p:cNvSpPr txBox="1"/>
          <p:nvPr>
            <p:ph type="title"/>
          </p:nvPr>
        </p:nvSpPr>
        <p:spPr>
          <a:xfrm>
            <a:off x="1279144" y="4779947"/>
            <a:ext cx="9329696" cy="14595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 the </a:t>
            </a:r>
            <a:r>
              <a:rPr lang="en-US" sz="4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strong password  </a:t>
            </a: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b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press </a:t>
            </a:r>
            <a:r>
              <a:rPr lang="en-US" sz="4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 sz="4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7" name="Google Shape;797;p6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798" name="Google Shape;798;p6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99" name="Google Shape;799;p6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0" name="Google Shape;800;p6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1" name="Google Shape;801;p6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2" name="Google Shape;802;p6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3" name="Google Shape;803;p6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4" name="Google Shape;804;p6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5" name="Google Shape;805;p6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6" name="Google Shape;806;p6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7" name="Google Shape;807;p6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8" name="Google Shape;808;p6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09" name="Google Shape;809;p6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0" name="Google Shape;810;p6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1" name="Google Shape;811;p6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2" name="Google Shape;812;p6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3" name="Google Shape;813;p6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4" name="Google Shape;814;p6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5" name="Google Shape;815;p6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6" name="Google Shape;816;p6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7" name="Google Shape;817;p6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8" name="Google Shape;818;p6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9" name="Google Shape;819;p6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0" name="Google Shape;820;p6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1" name="Google Shape;821;p6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2" name="Google Shape;822;p6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3" name="Google Shape;823;p6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4" name="Google Shape;824;p6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5" name="Google Shape;825;p6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6" name="Google Shape;826;p6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7" name="Google Shape;827;p6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8" name="Google Shape;828;p6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9" name="Google Shape;829;p6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0" name="Google Shape;830;p6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1" name="Google Shape;831;p6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2" name="Google Shape;832;p6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3" name="Google Shape;833;p6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4" name="Google Shape;834;p6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5" name="Google Shape;835;p6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6" name="Google Shape;836;p6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7" name="Google Shape;837;p6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8" name="Google Shape;838;p6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39" name="Google Shape;839;p6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0" name="Google Shape;840;p6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1" name="Google Shape;841;p6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2" name="Google Shape;842;p6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3" name="Google Shape;843;p6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4" name="Google Shape;844;p6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5" name="Google Shape;845;p6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6" name="Google Shape;846;p6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7" name="Google Shape;847;p6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8" name="Google Shape;848;p6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9" name="Google Shape;849;p6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0" name="Google Shape;850;p6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1" name="Google Shape;851;p6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2" name="Google Shape;852;p6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3" name="Google Shape;853;p6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4" name="Google Shape;854;p6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855" name="Google Shape;855;p6"/>
          <p:cNvCxnSpPr/>
          <p:nvPr/>
        </p:nvCxnSpPr>
        <p:spPr>
          <a:xfrm rot="10800000">
            <a:off x="4648912" y="3276998"/>
            <a:ext cx="700755" cy="165801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" name="Google Shape;860;p7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861" name="Google Shape;861;p7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9" name="Google Shape;879;p7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0" name="Google Shape;880;p7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1" name="Google Shape;881;p7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7" name="Google Shape;887;p7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9" name="Google Shape;889;p7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0" name="Google Shape;890;p7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1" name="Google Shape;891;p7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2" name="Google Shape;892;p7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4" name="Google Shape;894;p7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5" name="Google Shape;895;p7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6" name="Google Shape;896;p7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7" name="Google Shape;897;p7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8" name="Google Shape;898;p7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9" name="Google Shape;899;p7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0" name="Google Shape;900;p7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1" name="Google Shape;901;p7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2" name="Google Shape;902;p7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3" name="Google Shape;903;p7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4" name="Google Shape;904;p7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5" name="Google Shape;905;p7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6" name="Google Shape;906;p7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7" name="Google Shape;907;p7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8" name="Google Shape;908;p7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9" name="Google Shape;909;p7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0" name="Google Shape;910;p7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1" name="Google Shape;911;p7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2" name="Google Shape;912;p7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3" name="Google Shape;913;p7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4" name="Google Shape;914;p7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5" name="Google Shape;915;p7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6" name="Google Shape;916;p7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7" name="Google Shape;917;p7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18" name="Google Shape;91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A screenshot of a computer&#10;&#10;Description automatically generated with medium confidence" id="919" name="Google Shape;919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6063" r="5714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21" name="Google Shape;921;p7"/>
          <p:cNvSpPr txBox="1"/>
          <p:nvPr>
            <p:ph type="title"/>
          </p:nvPr>
        </p:nvSpPr>
        <p:spPr>
          <a:xfrm>
            <a:off x="939822" y="5332367"/>
            <a:ext cx="10307593" cy="10797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</a:t>
            </a:r>
            <a:r>
              <a:rPr lang="en-US" sz="4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username and</a:t>
            </a:r>
            <a:b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press </a:t>
            </a:r>
            <a:r>
              <a:rPr lang="en-US" sz="4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/>
          </a:p>
        </p:txBody>
      </p:sp>
      <p:grpSp>
        <p:nvGrpSpPr>
          <p:cNvPr id="922" name="Google Shape;922;p7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923" name="Google Shape;923;p7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4" name="Google Shape;924;p7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5" name="Google Shape;925;p7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6" name="Google Shape;926;p7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7" name="Google Shape;927;p7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8" name="Google Shape;928;p7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9" name="Google Shape;929;p7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0" name="Google Shape;930;p7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1" name="Google Shape;931;p7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2" name="Google Shape;932;p7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3" name="Google Shape;933;p7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4" name="Google Shape;934;p7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5" name="Google Shape;935;p7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6" name="Google Shape;936;p7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7" name="Google Shape;937;p7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8" name="Google Shape;938;p7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9" name="Google Shape;939;p7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0" name="Google Shape;940;p7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1" name="Google Shape;941;p7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2" name="Google Shape;942;p7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3" name="Google Shape;943;p7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4" name="Google Shape;944;p7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5" name="Google Shape;945;p7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6" name="Google Shape;946;p7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7" name="Google Shape;947;p7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8" name="Google Shape;948;p7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9" name="Google Shape;949;p7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0" name="Google Shape;950;p7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1" name="Google Shape;951;p7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2" name="Google Shape;952;p7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3" name="Google Shape;953;p7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4" name="Google Shape;954;p7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5" name="Google Shape;955;p7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6" name="Google Shape;956;p7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7" name="Google Shape;957;p7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8" name="Google Shape;958;p7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9" name="Google Shape;959;p7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0" name="Google Shape;960;p7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1" name="Google Shape;961;p7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2" name="Google Shape;962;p7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3" name="Google Shape;963;p7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4" name="Google Shape;964;p7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5" name="Google Shape;965;p7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6" name="Google Shape;966;p7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7" name="Google Shape;967;p7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8" name="Google Shape;968;p7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9" name="Google Shape;969;p7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0" name="Google Shape;970;p7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1" name="Google Shape;971;p7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2" name="Google Shape;972;p7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3" name="Google Shape;973;p7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4" name="Google Shape;974;p7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5" name="Google Shape;975;p7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6" name="Google Shape;976;p7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7" name="Google Shape;977;p7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8" name="Google Shape;978;p7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9" name="Google Shape;979;p7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980" name="Google Shape;980;p7"/>
          <p:cNvCxnSpPr/>
          <p:nvPr/>
        </p:nvCxnSpPr>
        <p:spPr>
          <a:xfrm rot="10800000">
            <a:off x="3657600" y="3911503"/>
            <a:ext cx="547858" cy="1158299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5" name="Google Shape;985;p8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986" name="Google Shape;986;p8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7" name="Google Shape;987;p8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8" name="Google Shape;988;p8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9" name="Google Shape;989;p8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0" name="Google Shape;990;p8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1" name="Google Shape;991;p8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2" name="Google Shape;992;p8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3" name="Google Shape;993;p8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4" name="Google Shape;994;p8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5" name="Google Shape;995;p8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6" name="Google Shape;996;p8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7" name="Google Shape;997;p8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8" name="Google Shape;998;p8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9" name="Google Shape;999;p8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0" name="Google Shape;1000;p8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1" name="Google Shape;1001;p8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2" name="Google Shape;1002;p8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3" name="Google Shape;1003;p8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4" name="Google Shape;1004;p8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5" name="Google Shape;1005;p8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6" name="Google Shape;1006;p8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7" name="Google Shape;1007;p8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8" name="Google Shape;1008;p8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9" name="Google Shape;1009;p8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0" name="Google Shape;1010;p8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1" name="Google Shape;1011;p8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2" name="Google Shape;1012;p8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3" name="Google Shape;1013;p8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4" name="Google Shape;1014;p8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5" name="Google Shape;1015;p8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6" name="Google Shape;1016;p8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7" name="Google Shape;1017;p8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8" name="Google Shape;1018;p8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9" name="Google Shape;1019;p8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0" name="Google Shape;1020;p8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1" name="Google Shape;1021;p8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2" name="Google Shape;1022;p8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3" name="Google Shape;1023;p8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4" name="Google Shape;1024;p8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5" name="Google Shape;1025;p8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6" name="Google Shape;1026;p8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7" name="Google Shape;1027;p8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8" name="Google Shape;1028;p8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9" name="Google Shape;1029;p8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0" name="Google Shape;1030;p8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1" name="Google Shape;1031;p8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2" name="Google Shape;1032;p8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3" name="Google Shape;1033;p8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4" name="Google Shape;1034;p8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5" name="Google Shape;1035;p8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6" name="Google Shape;1036;p8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7" name="Google Shape;1037;p8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8" name="Google Shape;1038;p8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9" name="Google Shape;1039;p8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0" name="Google Shape;1040;p8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1" name="Google Shape;1041;p8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2" name="Google Shape;1042;p8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43" name="Google Shape;104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Text&#10;&#10;Description automatically generated" id="1044" name="Google Shape;1044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4066" r="18602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8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46" name="Google Shape;1046;p8"/>
          <p:cNvSpPr txBox="1"/>
          <p:nvPr>
            <p:ph type="title"/>
          </p:nvPr>
        </p:nvSpPr>
        <p:spPr>
          <a:xfrm>
            <a:off x="1533249" y="5490312"/>
            <a:ext cx="9621139" cy="14235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you want any updates type </a:t>
            </a:r>
            <a:r>
              <a:rPr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‘y’ </a:t>
            </a:r>
            <a:r>
              <a:rPr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‘n’ </a:t>
            </a: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press </a:t>
            </a:r>
            <a:r>
              <a:rPr lang="en-US" sz="5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/>
          </a:p>
        </p:txBody>
      </p:sp>
      <p:grpSp>
        <p:nvGrpSpPr>
          <p:cNvPr id="1047" name="Google Shape;1047;p8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1048" name="Google Shape;1048;p8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9" name="Google Shape;1049;p8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0" name="Google Shape;1050;p8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1" name="Google Shape;1051;p8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2" name="Google Shape;1052;p8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3" name="Google Shape;1053;p8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4" name="Google Shape;1054;p8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5" name="Google Shape;1055;p8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6" name="Google Shape;1056;p8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7" name="Google Shape;1057;p8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8" name="Google Shape;1058;p8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9" name="Google Shape;1059;p8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0" name="Google Shape;1060;p8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1" name="Google Shape;1061;p8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2" name="Google Shape;1062;p8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3" name="Google Shape;1063;p8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4" name="Google Shape;1064;p8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5" name="Google Shape;1065;p8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6" name="Google Shape;1066;p8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7" name="Google Shape;1067;p8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8" name="Google Shape;1068;p8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9" name="Google Shape;1069;p8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0" name="Google Shape;1070;p8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1" name="Google Shape;1071;p8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2" name="Google Shape;1072;p8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3" name="Google Shape;1073;p8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4" name="Google Shape;1074;p8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5" name="Google Shape;1075;p8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6" name="Google Shape;1076;p8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7" name="Google Shape;1077;p8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8" name="Google Shape;1078;p8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9" name="Google Shape;1079;p8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0" name="Google Shape;1080;p8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1" name="Google Shape;1081;p8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2" name="Google Shape;1082;p8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3" name="Google Shape;1083;p8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4" name="Google Shape;1084;p8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5" name="Google Shape;1085;p8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6" name="Google Shape;1086;p8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7" name="Google Shape;1087;p8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8" name="Google Shape;1088;p8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9" name="Google Shape;1089;p8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0" name="Google Shape;1090;p8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1" name="Google Shape;1091;p8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2" name="Google Shape;1092;p8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3" name="Google Shape;1093;p8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4" name="Google Shape;1094;p8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5" name="Google Shape;1095;p8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6" name="Google Shape;1096;p8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7" name="Google Shape;1097;p8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8" name="Google Shape;1098;p8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9" name="Google Shape;1099;p8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0" name="Google Shape;1100;p8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1" name="Google Shape;1101;p8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2" name="Google Shape;1102;p8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3" name="Google Shape;1103;p8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4" name="Google Shape;1104;p8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1105" name="Google Shape;1105;p8"/>
          <p:cNvCxnSpPr/>
          <p:nvPr/>
        </p:nvCxnSpPr>
        <p:spPr>
          <a:xfrm rot="10800000">
            <a:off x="5390147" y="5081955"/>
            <a:ext cx="336886" cy="49110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0" name="Google Shape;1110;p9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1111" name="Google Shape;1111;p9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2" name="Google Shape;1112;p9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3" name="Google Shape;1113;p9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4" name="Google Shape;1114;p9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5" name="Google Shape;1115;p9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6" name="Google Shape;1116;p9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7" name="Google Shape;1117;p9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8" name="Google Shape;1118;p9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9" name="Google Shape;1119;p9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0" name="Google Shape;1120;p9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1" name="Google Shape;1121;p9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2" name="Google Shape;1122;p9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3" name="Google Shape;1123;p9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4" name="Google Shape;1124;p9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6" name="Google Shape;1126;p9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7" name="Google Shape;1127;p9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8" name="Google Shape;1128;p9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9" name="Google Shape;1129;p9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0" name="Google Shape;1130;p9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1" name="Google Shape;1131;p9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2" name="Google Shape;1132;p9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3" name="Google Shape;1133;p9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4" name="Google Shape;1134;p9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5" name="Google Shape;1135;p9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6" name="Google Shape;1136;p9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7" name="Google Shape;1137;p9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8" name="Google Shape;1138;p9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9" name="Google Shape;1139;p9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0" name="Google Shape;1140;p9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1" name="Google Shape;1141;p9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2" name="Google Shape;1142;p9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3" name="Google Shape;1143;p9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4" name="Google Shape;1144;p9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5" name="Google Shape;1145;p9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6" name="Google Shape;1146;p9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7" name="Google Shape;1147;p9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8" name="Google Shape;1148;p9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9" name="Google Shape;1149;p9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0" name="Google Shape;1150;p9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1" name="Google Shape;1151;p9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2" name="Google Shape;1152;p9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3" name="Google Shape;1153;p9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4" name="Google Shape;1154;p9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5" name="Google Shape;1155;p9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6" name="Google Shape;1156;p9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7" name="Google Shape;1157;p9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8" name="Google Shape;1158;p9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9" name="Google Shape;1159;p9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0" name="Google Shape;1160;p9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1" name="Google Shape;1161;p9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5" name="Google Shape;1165;p9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7" name="Google Shape;1167;p9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168" name="Google Shape;1168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A screenshot of a computer&#10;&#10;Description automatically generated with medium confidence" id="1169" name="Google Shape;116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6861" r="6028" t="0"/>
          <a:stretch/>
        </p:blipFill>
        <p:spPr>
          <a:xfrm>
            <a:off x="20" y="-35227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9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71" name="Google Shape;1171;p9"/>
          <p:cNvSpPr txBox="1"/>
          <p:nvPr>
            <p:ph type="title"/>
          </p:nvPr>
        </p:nvSpPr>
        <p:spPr>
          <a:xfrm>
            <a:off x="1994579" y="5426838"/>
            <a:ext cx="8580802" cy="1237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br>
              <a:rPr lang="en-US" sz="5400">
                <a:solidFill>
                  <a:srgbClr val="FFFFFF"/>
                </a:solidFill>
              </a:rPr>
            </a:br>
            <a:br>
              <a:rPr lang="en-US" sz="5400">
                <a:solidFill>
                  <a:srgbClr val="FFFFFF"/>
                </a:solidFill>
              </a:rPr>
            </a:br>
            <a:br>
              <a:rPr lang="en-US" sz="5400">
                <a:solidFill>
                  <a:srgbClr val="FFFFFF"/>
                </a:solidFill>
              </a:rPr>
            </a:br>
            <a:br>
              <a:rPr lang="en-US" sz="5400">
                <a:solidFill>
                  <a:srgbClr val="FFFFFF"/>
                </a:solidFill>
              </a:rPr>
            </a:br>
            <a:br>
              <a:rPr lang="en-US" sz="5400">
                <a:solidFill>
                  <a:srgbClr val="FFFFFF"/>
                </a:solidFill>
              </a:rPr>
            </a:br>
            <a:br>
              <a:rPr lang="en-US" sz="5400">
                <a:solidFill>
                  <a:srgbClr val="FFFFFF"/>
                </a:solidFill>
              </a:rPr>
            </a:br>
            <a:br>
              <a:rPr lang="en-US" sz="5400">
                <a:solidFill>
                  <a:srgbClr val="FFFFFF"/>
                </a:solidFill>
              </a:rPr>
            </a:br>
            <a:b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lang="en-US" sz="36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start puzzle </a:t>
            </a: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step is to</a:t>
            </a:r>
            <a:b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r>
              <a:rPr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are human</a:t>
            </a:r>
            <a:endParaRPr sz="5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2" name="Google Shape;1172;p9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1173" name="Google Shape;1173;p9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4" name="Google Shape;1174;p9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5" name="Google Shape;1175;p9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6" name="Google Shape;1176;p9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7" name="Google Shape;1177;p9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8" name="Google Shape;1178;p9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9" name="Google Shape;1179;p9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0" name="Google Shape;1180;p9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1" name="Google Shape;1181;p9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2" name="Google Shape;1182;p9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3" name="Google Shape;1183;p9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4" name="Google Shape;1184;p9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5" name="Google Shape;1185;p9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6" name="Google Shape;1186;p9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7" name="Google Shape;1187;p9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8" name="Google Shape;1188;p9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9" name="Google Shape;1189;p9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0" name="Google Shape;1190;p9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1" name="Google Shape;1191;p9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2" name="Google Shape;1192;p9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3" name="Google Shape;1193;p9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4" name="Google Shape;1194;p9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5" name="Google Shape;1195;p9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6" name="Google Shape;1196;p9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7" name="Google Shape;1197;p9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8" name="Google Shape;1198;p9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9" name="Google Shape;1199;p9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0" name="Google Shape;1200;p9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1" name="Google Shape;1201;p9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2" name="Google Shape;1202;p9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3" name="Google Shape;1203;p9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4" name="Google Shape;1204;p9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5" name="Google Shape;1205;p9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6" name="Google Shape;1206;p9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7" name="Google Shape;1207;p9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8" name="Google Shape;1208;p9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9" name="Google Shape;1209;p9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0" name="Google Shape;1210;p9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1" name="Google Shape;1211;p9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2" name="Google Shape;1212;p9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3" name="Google Shape;1213;p9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4" name="Google Shape;1214;p9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5" name="Google Shape;1215;p9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6" name="Google Shape;1216;p9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7" name="Google Shape;1217;p9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8" name="Google Shape;1218;p9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9" name="Google Shape;1219;p9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0" name="Google Shape;1220;p9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1" name="Google Shape;1221;p9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2" name="Google Shape;1222;p9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3" name="Google Shape;1223;p9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4" name="Google Shape;1224;p9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5" name="Google Shape;1225;p9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6" name="Google Shape;1226;p9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7" name="Google Shape;1227;p9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8" name="Google Shape;1228;p9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9" name="Google Shape;1229;p9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1230" name="Google Shape;1230;p9"/>
          <p:cNvCxnSpPr/>
          <p:nvPr/>
        </p:nvCxnSpPr>
        <p:spPr>
          <a:xfrm rot="10800000">
            <a:off x="5935282" y="5050096"/>
            <a:ext cx="0" cy="574237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5" name="Google Shape;1235;p10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1236" name="Google Shape;1236;p10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37" name="Google Shape;1237;p10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38" name="Google Shape;1238;p10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39" name="Google Shape;1239;p10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0" name="Google Shape;1240;p10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1" name="Google Shape;1241;p10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2" name="Google Shape;1242;p10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3" name="Google Shape;1243;p10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4" name="Google Shape;1244;p10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5" name="Google Shape;1245;p10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6" name="Google Shape;1246;p10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7" name="Google Shape;1247;p10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8" name="Google Shape;1248;p10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9" name="Google Shape;1249;p10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0" name="Google Shape;1250;p10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1" name="Google Shape;1251;p10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3" name="Google Shape;1253;p10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4" name="Google Shape;1254;p10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5" name="Google Shape;1255;p10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6" name="Google Shape;1256;p10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7" name="Google Shape;1257;p10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8" name="Google Shape;1258;p10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9" name="Google Shape;1259;p10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0" name="Google Shape;1260;p10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1" name="Google Shape;1261;p10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2" name="Google Shape;1262;p10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3" name="Google Shape;1263;p10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4" name="Google Shape;1264;p10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5" name="Google Shape;1265;p10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6" name="Google Shape;1266;p10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7" name="Google Shape;1267;p10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8" name="Google Shape;1268;p10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9" name="Google Shape;1269;p10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0" name="Google Shape;1270;p10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1" name="Google Shape;1271;p10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2" name="Google Shape;1272;p10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3" name="Google Shape;1273;p10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4" name="Google Shape;1274;p10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5" name="Google Shape;1275;p10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6" name="Google Shape;1276;p10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7" name="Google Shape;1277;p10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8" name="Google Shape;1278;p10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9" name="Google Shape;1279;p10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0" name="Google Shape;1280;p10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1" name="Google Shape;1281;p10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2" name="Google Shape;1282;p10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3" name="Google Shape;1283;p10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4" name="Google Shape;1284;p10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5" name="Google Shape;1285;p10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6" name="Google Shape;1286;p10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7" name="Google Shape;1287;p10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8" name="Google Shape;1288;p10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9" name="Google Shape;1289;p10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90" name="Google Shape;1290;p10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91" name="Google Shape;1291;p10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92" name="Google Shape;1292;p10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293" name="Google Shape;129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aphical user interface&#10;&#10;Description automatically generated" id="1294" name="Google Shape;129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6174" r="6271" t="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"/>
          <p:cNvSpPr/>
          <p:nvPr/>
        </p:nvSpPr>
        <p:spPr>
          <a:xfrm rot="-5400000">
            <a:off x="1157941" y="-1157556"/>
            <a:ext cx="6858000" cy="9173882"/>
          </a:xfrm>
          <a:prstGeom prst="rect">
            <a:avLst/>
          </a:prstGeom>
          <a:gradFill>
            <a:gsLst>
              <a:gs pos="0">
                <a:schemeClr val="dk1"/>
              </a:gs>
              <a:gs pos="71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6" name="Google Shape;1296;p10"/>
          <p:cNvSpPr txBox="1"/>
          <p:nvPr>
            <p:ph type="title"/>
          </p:nvPr>
        </p:nvSpPr>
        <p:spPr>
          <a:xfrm>
            <a:off x="175491" y="4954809"/>
            <a:ext cx="5237018" cy="10028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Solve the </a:t>
            </a:r>
            <a:r>
              <a:rPr lang="en-US" sz="5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puzzle</a:t>
            </a:r>
            <a:endParaRPr/>
          </a:p>
        </p:txBody>
      </p:sp>
      <p:grpSp>
        <p:nvGrpSpPr>
          <p:cNvPr id="1297" name="Google Shape;1297;p10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1298" name="Google Shape;1298;p10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99" name="Google Shape;1299;p10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0" name="Google Shape;1300;p10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1" name="Google Shape;1301;p10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2" name="Google Shape;1302;p10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3" name="Google Shape;1303;p10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4" name="Google Shape;1304;p10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5" name="Google Shape;1305;p10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6" name="Google Shape;1306;p10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7" name="Google Shape;1307;p10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8" name="Google Shape;1308;p10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9" name="Google Shape;1309;p10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0" name="Google Shape;1310;p10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1" name="Google Shape;1311;p10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2" name="Google Shape;1312;p10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3" name="Google Shape;1313;p10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4" name="Google Shape;1314;p10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5" name="Google Shape;1315;p10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6" name="Google Shape;1316;p10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7" name="Google Shape;1317;p10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8" name="Google Shape;1318;p10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9" name="Google Shape;1319;p10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0" name="Google Shape;1320;p10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1" name="Google Shape;1321;p10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2" name="Google Shape;1322;p10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3" name="Google Shape;1323;p10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4" name="Google Shape;1324;p10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5" name="Google Shape;1325;p10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6" name="Google Shape;1326;p10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7" name="Google Shape;1327;p10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8" name="Google Shape;1328;p10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9" name="Google Shape;1329;p10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0" name="Google Shape;1330;p10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1" name="Google Shape;1331;p10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2" name="Google Shape;1332;p10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3" name="Google Shape;1333;p10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4" name="Google Shape;1334;p10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5" name="Google Shape;1335;p10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6" name="Google Shape;1336;p10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7" name="Google Shape;1337;p10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8" name="Google Shape;1338;p10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9" name="Google Shape;1339;p10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0" name="Google Shape;1340;p10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1" name="Google Shape;1341;p10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2" name="Google Shape;1342;p10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3" name="Google Shape;1343;p10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4" name="Google Shape;1344;p10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5" name="Google Shape;1345;p10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6" name="Google Shape;1346;p10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7" name="Google Shape;1347;p10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8" name="Google Shape;1348;p10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9" name="Google Shape;1349;p10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0" name="Google Shape;1350;p10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1" name="Google Shape;1351;p10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2" name="Google Shape;1352;p10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3" name="Google Shape;1353;p10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4" name="Google Shape;1354;p10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9" name="Google Shape;1359;p11"/>
          <p:cNvGrpSpPr/>
          <p:nvPr/>
        </p:nvGrpSpPr>
        <p:grpSpPr>
          <a:xfrm>
            <a:off x="11096450" y="13394"/>
            <a:ext cx="494218" cy="6814823"/>
            <a:chOff x="11096450" y="13395"/>
            <a:chExt cx="494218" cy="6814823"/>
          </a:xfrm>
        </p:grpSpPr>
        <p:sp>
          <p:nvSpPr>
            <p:cNvPr id="1360" name="Google Shape;1360;p11"/>
            <p:cNvSpPr/>
            <p:nvPr/>
          </p:nvSpPr>
          <p:spPr>
            <a:xfrm rot="5400000">
              <a:off x="11108009" y="671857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 rot="5400000">
              <a:off x="11475034" y="77813"/>
              <a:ext cx="138242" cy="88130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 rot="5400000">
              <a:off x="11478964" y="592010"/>
              <a:ext cx="121406" cy="72626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 rot="5400000">
              <a:off x="11482378" y="335267"/>
              <a:ext cx="138242" cy="78339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 rot="5400000">
              <a:off x="11407714" y="2021691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5" name="Google Shape;1365;p11"/>
            <p:cNvSpPr/>
            <p:nvPr/>
          </p:nvSpPr>
          <p:spPr>
            <a:xfrm rot="5400000">
              <a:off x="11414629" y="2272420"/>
              <a:ext cx="128495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6" name="Google Shape;1366;p11"/>
            <p:cNvSpPr/>
            <p:nvPr/>
          </p:nvSpPr>
          <p:spPr>
            <a:xfrm rot="5400000">
              <a:off x="11426398" y="1049544"/>
              <a:ext cx="150648" cy="99554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 rot="5400000">
              <a:off x="11440085" y="836978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 rot="5400000">
              <a:off x="11427309" y="1320685"/>
              <a:ext cx="127608" cy="78339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 rot="5400000">
              <a:off x="11407470" y="1778440"/>
              <a:ext cx="131153" cy="93843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 rot="5400000">
              <a:off x="11404869" y="153519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1" name="Google Shape;1371;p11"/>
            <p:cNvSpPr/>
            <p:nvPr/>
          </p:nvSpPr>
          <p:spPr>
            <a:xfrm rot="5400000">
              <a:off x="11480119" y="1078297"/>
              <a:ext cx="9748" cy="571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 rot="5400000">
              <a:off x="11194111" y="86061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 rot="5400000">
              <a:off x="11167080" y="1015030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 rot="5400000">
              <a:off x="11164085" y="450599"/>
              <a:ext cx="118747" cy="81603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 rot="5400000">
              <a:off x="11155166" y="125380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 rot="5400000">
              <a:off x="11141013" y="614227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 rot="5400000">
              <a:off x="11155026" y="1463404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 rot="5400000">
              <a:off x="11101585" y="2335317"/>
              <a:ext cx="128495" cy="72626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 rot="5400000">
              <a:off x="11141175" y="1673149"/>
              <a:ext cx="140901" cy="93843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 rot="5400000">
              <a:off x="11120625" y="255502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 rot="5400000">
              <a:off x="11115856" y="1902943"/>
              <a:ext cx="131153" cy="69362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 rot="5400000">
              <a:off x="11082153" y="2137303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 rot="5400000">
              <a:off x="11410824" y="2818299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 rot="5400000">
              <a:off x="11391700" y="5088176"/>
              <a:ext cx="124063" cy="87315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 rot="5400000">
              <a:off x="11371127" y="2531128"/>
              <a:ext cx="138242" cy="100371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 rot="5400000">
              <a:off x="11401349" y="473588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 rot="5400000">
              <a:off x="11409487" y="4455410"/>
              <a:ext cx="121406" cy="88130"/>
            </a:xfrm>
            <a:custGeom>
              <a:rect b="b" l="l" r="r" t="t"/>
              <a:pathLst>
                <a:path extrusionOk="0" h="29" w="37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 rot="5400000">
              <a:off x="11369848" y="4194178"/>
              <a:ext cx="143559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 rot="5400000">
              <a:off x="11381624" y="369169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 rot="5400000">
              <a:off x="11417787" y="3075050"/>
              <a:ext cx="124951" cy="69362"/>
            </a:xfrm>
            <a:custGeom>
              <a:rect b="b" l="l" r="r" t="t"/>
              <a:pathLst>
                <a:path extrusionOk="0" h="23" w="38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1" name="Google Shape;1391;p11"/>
            <p:cNvSpPr/>
            <p:nvPr/>
          </p:nvSpPr>
          <p:spPr>
            <a:xfrm rot="5400000">
              <a:off x="11376729" y="3335597"/>
              <a:ext cx="134697" cy="84866"/>
            </a:xfrm>
            <a:custGeom>
              <a:rect b="b" l="l" r="r" t="t"/>
              <a:pathLst>
                <a:path extrusionOk="0" h="28" w="41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2" name="Google Shape;1392;p11"/>
            <p:cNvSpPr/>
            <p:nvPr/>
          </p:nvSpPr>
          <p:spPr>
            <a:xfrm rot="5400000">
              <a:off x="11360464" y="3934729"/>
              <a:ext cx="143559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3" name="Google Shape;1393;p11"/>
            <p:cNvSpPr/>
            <p:nvPr/>
          </p:nvSpPr>
          <p:spPr>
            <a:xfrm rot="5400000">
              <a:off x="11395443" y="5347417"/>
              <a:ext cx="94821" cy="69362"/>
            </a:xfrm>
            <a:custGeom>
              <a:rect b="b" l="l" r="r" t="t"/>
              <a:pathLst>
                <a:path extrusionOk="0" h="23" w="29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4" name="Google Shape;1394;p11"/>
            <p:cNvSpPr/>
            <p:nvPr/>
          </p:nvSpPr>
          <p:spPr>
            <a:xfrm rot="5400000">
              <a:off x="11343434" y="5658571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5" name="Google Shape;1395;p11"/>
            <p:cNvSpPr/>
            <p:nvPr/>
          </p:nvSpPr>
          <p:spPr>
            <a:xfrm rot="5400000">
              <a:off x="11324095" y="6423833"/>
              <a:ext cx="134697" cy="93843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6" name="Google Shape;1396;p11"/>
            <p:cNvSpPr/>
            <p:nvPr/>
          </p:nvSpPr>
          <p:spPr>
            <a:xfrm rot="5400000">
              <a:off x="11324317" y="5897278"/>
              <a:ext cx="118747" cy="120771"/>
            </a:xfrm>
            <a:custGeom>
              <a:rect b="b" l="l" r="r" t="t"/>
              <a:pathLst>
                <a:path extrusionOk="0" h="40" w="36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7" name="Google Shape;1397;p11"/>
            <p:cNvSpPr/>
            <p:nvPr/>
          </p:nvSpPr>
          <p:spPr>
            <a:xfrm rot="5400000">
              <a:off x="11356013" y="6183127"/>
              <a:ext cx="131153" cy="72626"/>
            </a:xfrm>
            <a:custGeom>
              <a:rect b="b" l="l" r="r" t="t"/>
              <a:pathLst>
                <a:path extrusionOk="0" h="24" w="40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8" name="Google Shape;1398;p11"/>
            <p:cNvSpPr/>
            <p:nvPr/>
          </p:nvSpPr>
          <p:spPr>
            <a:xfrm rot="5400000">
              <a:off x="11104198" y="3296179"/>
              <a:ext cx="144445" cy="106083"/>
            </a:xfrm>
            <a:custGeom>
              <a:rect b="b" l="l" r="r" t="t"/>
              <a:pathLst>
                <a:path extrusionOk="0" h="35" w="44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9" name="Google Shape;1399;p11"/>
            <p:cNvSpPr/>
            <p:nvPr/>
          </p:nvSpPr>
          <p:spPr>
            <a:xfrm rot="5400000">
              <a:off x="11134111" y="4387490"/>
              <a:ext cx="151535" cy="75075"/>
            </a:xfrm>
            <a:custGeom>
              <a:rect b="b" l="l" r="r" t="t"/>
              <a:pathLst>
                <a:path extrusionOk="0" h="25" w="46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 rot="5400000">
              <a:off x="11138041" y="5384813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 rot="5400000">
              <a:off x="11133693" y="4595717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 rot="5400000">
              <a:off x="11105830" y="6046702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 rot="5400000">
              <a:off x="11117596" y="3060239"/>
              <a:ext cx="115202" cy="121588"/>
            </a:xfrm>
            <a:custGeom>
              <a:rect b="b" l="l" r="r" t="t"/>
              <a:pathLst>
                <a:path extrusionOk="0" h="40" w="35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4" name="Google Shape;1404;p11"/>
            <p:cNvSpPr/>
            <p:nvPr/>
          </p:nvSpPr>
          <p:spPr>
            <a:xfrm rot="5400000">
              <a:off x="11125265" y="4900335"/>
              <a:ext cx="127608" cy="69362"/>
            </a:xfrm>
            <a:custGeom>
              <a:rect b="b" l="l" r="r" t="t"/>
              <a:pathLst>
                <a:path extrusionOk="0" h="23" w="39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5" name="Google Shape;1405;p11"/>
            <p:cNvSpPr/>
            <p:nvPr/>
          </p:nvSpPr>
          <p:spPr>
            <a:xfrm rot="5400000">
              <a:off x="11117373" y="5141456"/>
              <a:ext cx="131153" cy="81603"/>
            </a:xfrm>
            <a:custGeom>
              <a:rect b="b" l="l" r="r" t="t"/>
              <a:pathLst>
                <a:path extrusionOk="0" h="27" w="40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6" name="Google Shape;1406;p11"/>
            <p:cNvSpPr/>
            <p:nvPr/>
          </p:nvSpPr>
          <p:spPr>
            <a:xfrm rot="5400000">
              <a:off x="11112337" y="2598157"/>
              <a:ext cx="134697" cy="81603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7" name="Google Shape;1407;p11"/>
            <p:cNvSpPr/>
            <p:nvPr/>
          </p:nvSpPr>
          <p:spPr>
            <a:xfrm rot="5400000">
              <a:off x="11105830" y="627871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8" name="Google Shape;1408;p11"/>
            <p:cNvSpPr/>
            <p:nvPr/>
          </p:nvSpPr>
          <p:spPr>
            <a:xfrm rot="5400000">
              <a:off x="11093998" y="5596726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9" name="Google Shape;1409;p11"/>
            <p:cNvSpPr/>
            <p:nvPr/>
          </p:nvSpPr>
          <p:spPr>
            <a:xfrm rot="5400000">
              <a:off x="11097788" y="4080854"/>
              <a:ext cx="131153" cy="84866"/>
            </a:xfrm>
            <a:custGeom>
              <a:rect b="b" l="l" r="r" t="t"/>
              <a:pathLst>
                <a:path extrusionOk="0" h="28" w="40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0" name="Google Shape;1410;p11"/>
            <p:cNvSpPr/>
            <p:nvPr/>
          </p:nvSpPr>
          <p:spPr>
            <a:xfrm rot="5400000">
              <a:off x="11075637" y="583668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1" name="Google Shape;1411;p11"/>
            <p:cNvSpPr/>
            <p:nvPr/>
          </p:nvSpPr>
          <p:spPr>
            <a:xfrm rot="5400000">
              <a:off x="11124696" y="2830776"/>
              <a:ext cx="121406" cy="81603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2" name="Google Shape;1412;p11"/>
            <p:cNvSpPr/>
            <p:nvPr/>
          </p:nvSpPr>
          <p:spPr>
            <a:xfrm rot="5400000">
              <a:off x="11082841" y="3849727"/>
              <a:ext cx="147990" cy="78339"/>
            </a:xfrm>
            <a:custGeom>
              <a:rect b="b" l="l" r="r" t="t"/>
              <a:pathLst>
                <a:path extrusionOk="0" h="26" w="45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 rot="5400000">
              <a:off x="11078098" y="3616257"/>
              <a:ext cx="133812" cy="79154"/>
            </a:xfrm>
            <a:custGeom>
              <a:rect b="b" l="l" r="r" t="t"/>
              <a:pathLst>
                <a:path extrusionOk="0" h="26" w="41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4" name="Google Shape;1414;p11"/>
            <p:cNvSpPr/>
            <p:nvPr/>
          </p:nvSpPr>
          <p:spPr>
            <a:xfrm rot="5400000">
              <a:off x="11076712" y="6507925"/>
              <a:ext cx="127608" cy="81603"/>
            </a:xfrm>
            <a:custGeom>
              <a:rect b="b" l="l" r="r" t="t"/>
              <a:pathLst>
                <a:path extrusionOk="0" h="27" w="39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5" name="Google Shape;1415;p11"/>
            <p:cNvSpPr/>
            <p:nvPr/>
          </p:nvSpPr>
          <p:spPr>
            <a:xfrm rot="5400000">
              <a:off x="11141853" y="34906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6" name="Google Shape;1416;p11"/>
            <p:cNvSpPr/>
            <p:nvPr/>
          </p:nvSpPr>
          <p:spPr>
            <a:xfrm rot="5400000">
              <a:off x="11301184" y="6639670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417" name="Google Shape;1417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18" name="Google Shape;1418;p11"/>
          <p:cNvSpPr txBox="1"/>
          <p:nvPr>
            <p:ph type="title"/>
          </p:nvPr>
        </p:nvSpPr>
        <p:spPr>
          <a:xfrm>
            <a:off x="1156518" y="1056967"/>
            <a:ext cx="9905999" cy="878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You got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8-digit code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your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mail id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enter that in verification box to get sign-in</a:t>
            </a:r>
            <a:endParaRPr/>
          </a:p>
        </p:txBody>
      </p:sp>
      <p:pic>
        <p:nvPicPr>
          <p:cNvPr descr="Graphical user interface, text, application, email&#10;&#10;Description automatically generated" id="1419" name="Google Shape;141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688" y="2247341"/>
            <a:ext cx="10035177" cy="4039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420" name="Google Shape;14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376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2"/>
          <p:cNvSpPr txBox="1"/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Finally, we have created the Git-Hub Account</a:t>
            </a:r>
            <a:endParaRPr/>
          </a:p>
        </p:txBody>
      </p:sp>
      <p:pic>
        <p:nvPicPr>
          <p:cNvPr descr="Graphical user interface, application, Teams&#10;&#10;Description automatically generated" id="1426" name="Google Shape;142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75" y="1929696"/>
            <a:ext cx="9634538" cy="4241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427" name="Google Shape;14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992" y="2031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33" name="Google Shape;1433;p13"/>
          <p:cNvSpPr txBox="1"/>
          <p:nvPr>
            <p:ph idx="1" type="body"/>
          </p:nvPr>
        </p:nvSpPr>
        <p:spPr>
          <a:xfrm>
            <a:off x="1073812" y="1871330"/>
            <a:ext cx="5849587" cy="4415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Next we can see how to create the Git-Hub Repository</a:t>
            </a:r>
            <a:endParaRPr/>
          </a:p>
        </p:txBody>
      </p:sp>
      <p:grpSp>
        <p:nvGrpSpPr>
          <p:cNvPr id="1434" name="Google Shape;1434;p13"/>
          <p:cNvGrpSpPr/>
          <p:nvPr/>
        </p:nvGrpSpPr>
        <p:grpSpPr>
          <a:xfrm>
            <a:off x="9008178" y="0"/>
            <a:ext cx="1224389" cy="6837796"/>
            <a:chOff x="9008178" y="0"/>
            <a:chExt cx="1224389" cy="6837796"/>
          </a:xfrm>
        </p:grpSpPr>
        <p:sp>
          <p:nvSpPr>
            <p:cNvPr id="1435" name="Google Shape;1435;p13"/>
            <p:cNvSpPr/>
            <p:nvPr/>
          </p:nvSpPr>
          <p:spPr>
            <a:xfrm rot="5400000">
              <a:off x="9910158" y="4686285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6" name="Google Shape;1436;p13"/>
            <p:cNvSpPr/>
            <p:nvPr/>
          </p:nvSpPr>
          <p:spPr>
            <a:xfrm rot="5400000">
              <a:off x="9255276" y="4028238"/>
              <a:ext cx="147990" cy="75075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7" name="Google Shape;1437;p13"/>
            <p:cNvSpPr/>
            <p:nvPr/>
          </p:nvSpPr>
          <p:spPr>
            <a:xfrm rot="5400000">
              <a:off x="9849037" y="4199618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8" name="Google Shape;1438;p13"/>
            <p:cNvSpPr/>
            <p:nvPr/>
          </p:nvSpPr>
          <p:spPr>
            <a:xfrm rot="5400000">
              <a:off x="9016499" y="4358128"/>
              <a:ext cx="124951" cy="66098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9" name="Google Shape;1439;p13"/>
            <p:cNvSpPr/>
            <p:nvPr/>
          </p:nvSpPr>
          <p:spPr>
            <a:xfrm rot="5400000">
              <a:off x="9979206" y="2492807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0" name="Google Shape;1440;p13"/>
            <p:cNvSpPr/>
            <p:nvPr/>
          </p:nvSpPr>
          <p:spPr>
            <a:xfrm rot="5400000">
              <a:off x="9253994" y="4287329"/>
              <a:ext cx="131153" cy="112612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1" name="Google Shape;1441;p13"/>
            <p:cNvSpPr/>
            <p:nvPr/>
          </p:nvSpPr>
          <p:spPr>
            <a:xfrm rot="5400000">
              <a:off x="9915556" y="591518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2" name="Google Shape;1442;p13"/>
            <p:cNvSpPr/>
            <p:nvPr/>
          </p:nvSpPr>
          <p:spPr>
            <a:xfrm rot="5400000">
              <a:off x="9898383" y="1092238"/>
              <a:ext cx="121406" cy="90579"/>
            </a:xfrm>
            <a:custGeom>
              <a:rect b="b" l="l" r="r" t="t"/>
              <a:pathLst>
                <a:path extrusionOk="0" h="30" w="37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3" name="Google Shape;1443;p13"/>
            <p:cNvSpPr/>
            <p:nvPr/>
          </p:nvSpPr>
          <p:spPr>
            <a:xfrm rot="5400000">
              <a:off x="9893280" y="343683"/>
              <a:ext cx="127608" cy="114243"/>
            </a:xfrm>
            <a:custGeom>
              <a:rect b="b" l="l" r="r" t="t"/>
              <a:pathLst>
                <a:path extrusionOk="0" h="38" w="39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4" name="Google Shape;1444;p13"/>
            <p:cNvSpPr/>
            <p:nvPr/>
          </p:nvSpPr>
          <p:spPr>
            <a:xfrm rot="5400000">
              <a:off x="9903982" y="912529"/>
              <a:ext cx="117860" cy="81603"/>
            </a:xfrm>
            <a:custGeom>
              <a:rect b="b" l="l" r="r" t="t"/>
              <a:pathLst>
                <a:path extrusionOk="0" h="27" w="36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 rot="5400000">
              <a:off x="9557429" y="4556751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6" name="Google Shape;1446;p13"/>
            <p:cNvSpPr/>
            <p:nvPr/>
          </p:nvSpPr>
          <p:spPr>
            <a:xfrm rot="5400000">
              <a:off x="9297930" y="4553921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7" name="Google Shape;1447;p13"/>
            <p:cNvSpPr/>
            <p:nvPr/>
          </p:nvSpPr>
          <p:spPr>
            <a:xfrm rot="5400000">
              <a:off x="8984509" y="4630313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8" name="Google Shape;1448;p13"/>
            <p:cNvSpPr/>
            <p:nvPr/>
          </p:nvSpPr>
          <p:spPr>
            <a:xfrm rot="5400000">
              <a:off x="9646204" y="2560977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9" name="Google Shape;1449;p13"/>
            <p:cNvSpPr/>
            <p:nvPr/>
          </p:nvSpPr>
          <p:spPr>
            <a:xfrm rot="5400000">
              <a:off x="8991853" y="4026140"/>
              <a:ext cx="144445" cy="111796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 rot="5400000">
              <a:off x="9943111" y="2734695"/>
              <a:ext cx="131153" cy="75890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1" name="Google Shape;1451;p13"/>
            <p:cNvSpPr/>
            <p:nvPr/>
          </p:nvSpPr>
          <p:spPr>
            <a:xfrm rot="5400000">
              <a:off x="9569397" y="3991431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2" name="Google Shape;1452;p13"/>
            <p:cNvSpPr/>
            <p:nvPr/>
          </p:nvSpPr>
          <p:spPr>
            <a:xfrm rot="5400000">
              <a:off x="9948867" y="2929604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3" name="Google Shape;1453;p13"/>
            <p:cNvSpPr/>
            <p:nvPr/>
          </p:nvSpPr>
          <p:spPr>
            <a:xfrm rot="5400000">
              <a:off x="9555630" y="3622851"/>
              <a:ext cx="134697" cy="90579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4" name="Google Shape;1454;p13"/>
            <p:cNvSpPr/>
            <p:nvPr/>
          </p:nvSpPr>
          <p:spPr>
            <a:xfrm rot="5400000">
              <a:off x="10226201" y="5658689"/>
              <a:ext cx="6204" cy="65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5" name="Google Shape;1455;p13"/>
            <p:cNvSpPr/>
            <p:nvPr/>
          </p:nvSpPr>
          <p:spPr>
            <a:xfrm rot="5400000">
              <a:off x="9878780" y="5608502"/>
              <a:ext cx="121406" cy="99554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6" name="Google Shape;1456;p13"/>
            <p:cNvSpPr/>
            <p:nvPr/>
          </p:nvSpPr>
          <p:spPr>
            <a:xfrm rot="5400000">
              <a:off x="9872527" y="6008427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7" name="Google Shape;1457;p13"/>
            <p:cNvSpPr/>
            <p:nvPr/>
          </p:nvSpPr>
          <p:spPr>
            <a:xfrm rot="5400000">
              <a:off x="9861305" y="6020348"/>
              <a:ext cx="7089" cy="571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8" name="Google Shape;1458;p13"/>
            <p:cNvSpPr/>
            <p:nvPr/>
          </p:nvSpPr>
          <p:spPr>
            <a:xfrm rot="5400000">
              <a:off x="9877400" y="6710123"/>
              <a:ext cx="131153" cy="96290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9" name="Google Shape;1459;p13"/>
            <p:cNvSpPr/>
            <p:nvPr/>
          </p:nvSpPr>
          <p:spPr>
            <a:xfrm rot="5400000">
              <a:off x="9857813" y="6244300"/>
              <a:ext cx="127608" cy="150965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0" name="Google Shape;1460;p13"/>
            <p:cNvSpPr/>
            <p:nvPr/>
          </p:nvSpPr>
          <p:spPr>
            <a:xfrm rot="5400000">
              <a:off x="9898056" y="164944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1" name="Google Shape;1461;p13"/>
            <p:cNvSpPr/>
            <p:nvPr/>
          </p:nvSpPr>
          <p:spPr>
            <a:xfrm rot="-5400000">
              <a:off x="9047494" y="25343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2" name="Google Shape;1462;p13"/>
            <p:cNvSpPr/>
            <p:nvPr/>
          </p:nvSpPr>
          <p:spPr>
            <a:xfrm rot="-5400000">
              <a:off x="9041061" y="5959475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3" name="Google Shape;1463;p13"/>
            <p:cNvSpPr/>
            <p:nvPr/>
          </p:nvSpPr>
          <p:spPr>
            <a:xfrm rot="-5400000">
              <a:off x="9369636" y="6734906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4" name="Google Shape;1464;p13"/>
            <p:cNvSpPr/>
            <p:nvPr/>
          </p:nvSpPr>
          <p:spPr>
            <a:xfrm rot="-5400000">
              <a:off x="9015171" y="5423320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5" name="Google Shape;1465;p13"/>
            <p:cNvSpPr/>
            <p:nvPr/>
          </p:nvSpPr>
          <p:spPr>
            <a:xfrm rot="-5400000">
              <a:off x="9112023" y="6190092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6" name="Google Shape;1466;p13"/>
            <p:cNvSpPr/>
            <p:nvPr/>
          </p:nvSpPr>
          <p:spPr>
            <a:xfrm rot="-5400000">
              <a:off x="9049177" y="6439520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7" name="Google Shape;1467;p13"/>
            <p:cNvSpPr/>
            <p:nvPr/>
          </p:nvSpPr>
          <p:spPr>
            <a:xfrm rot="-5400000">
              <a:off x="9054656" y="6656884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8" name="Google Shape;1468;p13"/>
            <p:cNvSpPr/>
            <p:nvPr/>
          </p:nvSpPr>
          <p:spPr>
            <a:xfrm rot="-5400000">
              <a:off x="9306387" y="6035932"/>
              <a:ext cx="147990" cy="75075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9" name="Google Shape;1469;p13"/>
            <p:cNvSpPr/>
            <p:nvPr/>
          </p:nvSpPr>
          <p:spPr>
            <a:xfrm rot="-5400000">
              <a:off x="9317942" y="5810600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0" name="Google Shape;1470;p13"/>
            <p:cNvSpPr/>
            <p:nvPr/>
          </p:nvSpPr>
          <p:spPr>
            <a:xfrm rot="-5400000">
              <a:off x="9322395" y="5576069"/>
              <a:ext cx="124951" cy="66098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1" name="Google Shape;1471;p13"/>
            <p:cNvSpPr/>
            <p:nvPr/>
          </p:nvSpPr>
          <p:spPr>
            <a:xfrm rot="-5400000">
              <a:off x="9328994" y="6311083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2" name="Google Shape;1472;p13"/>
            <p:cNvSpPr/>
            <p:nvPr/>
          </p:nvSpPr>
          <p:spPr>
            <a:xfrm rot="-5400000">
              <a:off x="9342551" y="6561530"/>
              <a:ext cx="131153" cy="112612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3" name="Google Shape;1473;p13"/>
            <p:cNvSpPr/>
            <p:nvPr/>
          </p:nvSpPr>
          <p:spPr>
            <a:xfrm rot="-5400000">
              <a:off x="9621197" y="6049694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4" name="Google Shape;1474;p13"/>
            <p:cNvSpPr/>
            <p:nvPr/>
          </p:nvSpPr>
          <p:spPr>
            <a:xfrm rot="-5400000">
              <a:off x="9608142" y="5542560"/>
              <a:ext cx="121406" cy="90579"/>
            </a:xfrm>
            <a:custGeom>
              <a:rect b="b" l="l" r="r" t="t"/>
              <a:pathLst>
                <a:path extrusionOk="0" h="30" w="37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5" name="Google Shape;1475;p13"/>
            <p:cNvSpPr/>
            <p:nvPr/>
          </p:nvSpPr>
          <p:spPr>
            <a:xfrm rot="-5400000">
              <a:off x="9621887" y="6376576"/>
              <a:ext cx="127608" cy="114243"/>
            </a:xfrm>
            <a:custGeom>
              <a:rect b="b" l="l" r="r" t="t"/>
              <a:pathLst>
                <a:path extrusionOk="0" h="38" w="39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6" name="Google Shape;1476;p13"/>
            <p:cNvSpPr/>
            <p:nvPr/>
          </p:nvSpPr>
          <p:spPr>
            <a:xfrm rot="-5400000">
              <a:off x="9620933" y="5840370"/>
              <a:ext cx="117860" cy="81603"/>
            </a:xfrm>
            <a:custGeom>
              <a:rect b="b" l="l" r="r" t="t"/>
              <a:pathLst>
                <a:path extrusionOk="0" h="27" w="36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7" name="Google Shape;1477;p13"/>
            <p:cNvSpPr/>
            <p:nvPr/>
          </p:nvSpPr>
          <p:spPr>
            <a:xfrm rot="-5400000">
              <a:off x="9013918" y="1363185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8" name="Google Shape;1478;p13"/>
            <p:cNvSpPr/>
            <p:nvPr/>
          </p:nvSpPr>
          <p:spPr>
            <a:xfrm rot="-5400000">
              <a:off x="9036381" y="682528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9" name="Google Shape;1479;p13"/>
            <p:cNvSpPr/>
            <p:nvPr/>
          </p:nvSpPr>
          <p:spPr>
            <a:xfrm rot="-5400000">
              <a:off x="9036381" y="47500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0" name="Google Shape;1480;p13"/>
            <p:cNvSpPr/>
            <p:nvPr/>
          </p:nvSpPr>
          <p:spPr>
            <a:xfrm rot="-5400000">
              <a:off x="9015571" y="1179932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1" name="Google Shape;1481;p13"/>
            <p:cNvSpPr/>
            <p:nvPr/>
          </p:nvSpPr>
          <p:spPr>
            <a:xfrm rot="-5400000">
              <a:off x="9066574" y="89255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2" name="Google Shape;1482;p13"/>
            <p:cNvSpPr/>
            <p:nvPr/>
          </p:nvSpPr>
          <p:spPr>
            <a:xfrm rot="-5400000">
              <a:off x="9319251" y="1347539"/>
              <a:ext cx="131153" cy="111796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3" name="Google Shape;1483;p13"/>
            <p:cNvSpPr/>
            <p:nvPr/>
          </p:nvSpPr>
          <p:spPr>
            <a:xfrm rot="-5400000">
              <a:off x="9319134" y="1065294"/>
              <a:ext cx="144445" cy="111796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4" name="Google Shape;1484;p13"/>
            <p:cNvSpPr/>
            <p:nvPr/>
          </p:nvSpPr>
          <p:spPr>
            <a:xfrm rot="-5400000">
              <a:off x="9368213" y="509456"/>
              <a:ext cx="131153" cy="75890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5" name="Google Shape;1485;p13"/>
            <p:cNvSpPr/>
            <p:nvPr/>
          </p:nvSpPr>
          <p:spPr>
            <a:xfrm rot="-5400000">
              <a:off x="9345118" y="723179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6" name="Google Shape;1486;p13"/>
            <p:cNvSpPr/>
            <p:nvPr/>
          </p:nvSpPr>
          <p:spPr>
            <a:xfrm rot="-5400000">
              <a:off x="9333158" y="216124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7" name="Google Shape;1487;p13"/>
            <p:cNvSpPr/>
            <p:nvPr/>
          </p:nvSpPr>
          <p:spPr>
            <a:xfrm rot="-5400000">
              <a:off x="9336772" y="52638"/>
              <a:ext cx="134697" cy="90579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8" name="Google Shape;1488;p13"/>
            <p:cNvSpPr/>
            <p:nvPr/>
          </p:nvSpPr>
          <p:spPr>
            <a:xfrm rot="-5400000">
              <a:off x="9401716" y="1121475"/>
              <a:ext cx="6204" cy="65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9" name="Google Shape;1489;p13"/>
            <p:cNvSpPr/>
            <p:nvPr/>
          </p:nvSpPr>
          <p:spPr>
            <a:xfrm rot="-5400000">
              <a:off x="9629564" y="1320833"/>
              <a:ext cx="138242" cy="102819"/>
            </a:xfrm>
            <a:custGeom>
              <a:rect b="b" l="l" r="r" t="t"/>
              <a:pathLst>
                <a:path extrusionOk="0" h="34" w="42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0" name="Google Shape;1490;p13"/>
            <p:cNvSpPr/>
            <p:nvPr/>
          </p:nvSpPr>
          <p:spPr>
            <a:xfrm rot="-5400000">
              <a:off x="9638877" y="1113604"/>
              <a:ext cx="121406" cy="99554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1" name="Google Shape;1491;p13"/>
            <p:cNvSpPr/>
            <p:nvPr/>
          </p:nvSpPr>
          <p:spPr>
            <a:xfrm rot="-5400000">
              <a:off x="9655163" y="755014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2" name="Google Shape;1492;p13"/>
            <p:cNvSpPr/>
            <p:nvPr/>
          </p:nvSpPr>
          <p:spPr>
            <a:xfrm rot="-5400000">
              <a:off x="9737166" y="808442"/>
              <a:ext cx="7089" cy="571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3" name="Google Shape;1493;p13"/>
            <p:cNvSpPr/>
            <p:nvPr/>
          </p:nvSpPr>
          <p:spPr>
            <a:xfrm rot="-5400000">
              <a:off x="9627996" y="70124"/>
              <a:ext cx="131153" cy="96290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4" name="Google Shape;1494;p13"/>
            <p:cNvSpPr/>
            <p:nvPr/>
          </p:nvSpPr>
          <p:spPr>
            <a:xfrm rot="-5400000">
              <a:off x="9648876" y="486555"/>
              <a:ext cx="127608" cy="150965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5" name="Google Shape;1495;p13"/>
            <p:cNvSpPr/>
            <p:nvPr/>
          </p:nvSpPr>
          <p:spPr>
            <a:xfrm rot="-5400000">
              <a:off x="9582585" y="6646811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6" name="Google Shape;1496;p13"/>
            <p:cNvSpPr/>
            <p:nvPr/>
          </p:nvSpPr>
          <p:spPr>
            <a:xfrm rot="5400000">
              <a:off x="9892103" y="542898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7" name="Google Shape;1497;p13"/>
            <p:cNvSpPr/>
            <p:nvPr/>
          </p:nvSpPr>
          <p:spPr>
            <a:xfrm rot="5400000">
              <a:off x="9890868" y="647494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8" name="Google Shape;1498;p13"/>
            <p:cNvSpPr/>
            <p:nvPr/>
          </p:nvSpPr>
          <p:spPr>
            <a:xfrm rot="5400000">
              <a:off x="8986323" y="3789134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9" name="Google Shape;1499;p13"/>
            <p:cNvSpPr/>
            <p:nvPr/>
          </p:nvSpPr>
          <p:spPr>
            <a:xfrm rot="-5400000">
              <a:off x="9601748" y="4818694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0" name="Google Shape;1500;p13"/>
            <p:cNvSpPr/>
            <p:nvPr/>
          </p:nvSpPr>
          <p:spPr>
            <a:xfrm rot="-5400000">
              <a:off x="9067343" y="2873840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1" name="Google Shape;1501;p13"/>
            <p:cNvSpPr/>
            <p:nvPr/>
          </p:nvSpPr>
          <p:spPr>
            <a:xfrm rot="-5400000">
              <a:off x="9905212" y="1362789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2" name="Google Shape;1502;p13"/>
            <p:cNvSpPr/>
            <p:nvPr/>
          </p:nvSpPr>
          <p:spPr>
            <a:xfrm rot="-5400000">
              <a:off x="9032577" y="259413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3" name="Google Shape;1503;p13"/>
            <p:cNvSpPr/>
            <p:nvPr/>
          </p:nvSpPr>
          <p:spPr>
            <a:xfrm rot="5400000">
              <a:off x="9282239" y="484492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4" name="Google Shape;1504;p13"/>
            <p:cNvSpPr/>
            <p:nvPr/>
          </p:nvSpPr>
          <p:spPr>
            <a:xfrm rot="5400000">
              <a:off x="9715164" y="2866487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5" name="Google Shape;1505;p13"/>
            <p:cNvSpPr/>
            <p:nvPr/>
          </p:nvSpPr>
          <p:spPr>
            <a:xfrm rot="5400000">
              <a:off x="9886842" y="4423779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6" name="Google Shape;1506;p13"/>
            <p:cNvSpPr/>
            <p:nvPr/>
          </p:nvSpPr>
          <p:spPr>
            <a:xfrm rot="5400000">
              <a:off x="9345923" y="2688038"/>
              <a:ext cx="147990" cy="75075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7" name="Google Shape;1507;p13"/>
            <p:cNvSpPr/>
            <p:nvPr/>
          </p:nvSpPr>
          <p:spPr>
            <a:xfrm rot="5400000">
              <a:off x="9864193" y="5853929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8" name="Google Shape;1508;p13"/>
            <p:cNvSpPr/>
            <p:nvPr/>
          </p:nvSpPr>
          <p:spPr>
            <a:xfrm rot="5400000">
              <a:off x="9278440" y="5118526"/>
              <a:ext cx="124951" cy="66098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9" name="Google Shape;1509;p13"/>
            <p:cNvSpPr/>
            <p:nvPr/>
          </p:nvSpPr>
          <p:spPr>
            <a:xfrm rot="5400000">
              <a:off x="9908610" y="5224928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0" name="Google Shape;1510;p13"/>
            <p:cNvSpPr/>
            <p:nvPr/>
          </p:nvSpPr>
          <p:spPr>
            <a:xfrm rot="5400000">
              <a:off x="9609191" y="4963353"/>
              <a:ext cx="131153" cy="112612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1" name="Google Shape;1511;p13"/>
            <p:cNvSpPr/>
            <p:nvPr/>
          </p:nvSpPr>
          <p:spPr>
            <a:xfrm rot="5400000">
              <a:off x="9951948" y="2163287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2" name="Google Shape;1512;p13"/>
            <p:cNvSpPr/>
            <p:nvPr/>
          </p:nvSpPr>
          <p:spPr>
            <a:xfrm rot="5400000">
              <a:off x="9551489" y="4289932"/>
              <a:ext cx="121406" cy="90579"/>
            </a:xfrm>
            <a:custGeom>
              <a:rect b="b" l="l" r="r" t="t"/>
              <a:pathLst>
                <a:path extrusionOk="0" h="30" w="37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3" name="Google Shape;1513;p13"/>
            <p:cNvSpPr/>
            <p:nvPr/>
          </p:nvSpPr>
          <p:spPr>
            <a:xfrm rot="5400000">
              <a:off x="9929672" y="1915452"/>
              <a:ext cx="127608" cy="114243"/>
            </a:xfrm>
            <a:custGeom>
              <a:rect b="b" l="l" r="r" t="t"/>
              <a:pathLst>
                <a:path extrusionOk="0" h="38" w="39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4" name="Google Shape;1514;p13"/>
            <p:cNvSpPr/>
            <p:nvPr/>
          </p:nvSpPr>
          <p:spPr>
            <a:xfrm rot="5400000">
              <a:off x="9856864" y="3877242"/>
              <a:ext cx="117860" cy="81603"/>
            </a:xfrm>
            <a:custGeom>
              <a:rect b="b" l="l" r="r" t="t"/>
              <a:pathLst>
                <a:path extrusionOk="0" h="27" w="36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5" name="Google Shape;1515;p13"/>
            <p:cNvSpPr/>
            <p:nvPr/>
          </p:nvSpPr>
          <p:spPr>
            <a:xfrm rot="5400000">
              <a:off x="9923446" y="1615725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6" name="Google Shape;1516;p13"/>
            <p:cNvSpPr/>
            <p:nvPr/>
          </p:nvSpPr>
          <p:spPr>
            <a:xfrm rot="-5400000">
              <a:off x="9083886" y="159711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7" name="Google Shape;1517;p13"/>
            <p:cNvSpPr/>
            <p:nvPr/>
          </p:nvSpPr>
          <p:spPr>
            <a:xfrm rot="-5400000">
              <a:off x="9034584" y="5202118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8" name="Google Shape;1518;p13"/>
            <p:cNvSpPr/>
            <p:nvPr/>
          </p:nvSpPr>
          <p:spPr>
            <a:xfrm rot="-5400000">
              <a:off x="9036381" y="238710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9" name="Google Shape;1519;p13"/>
            <p:cNvSpPr/>
            <p:nvPr/>
          </p:nvSpPr>
          <p:spPr>
            <a:xfrm rot="-5400000">
              <a:off x="9036381" y="213148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0" name="Google Shape;1520;p13"/>
            <p:cNvSpPr/>
            <p:nvPr/>
          </p:nvSpPr>
          <p:spPr>
            <a:xfrm rot="-5400000">
              <a:off x="9016200" y="4946730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1" name="Google Shape;1521;p13"/>
            <p:cNvSpPr/>
            <p:nvPr/>
          </p:nvSpPr>
          <p:spPr>
            <a:xfrm rot="-5400000">
              <a:off x="9054033" y="2727219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2" name="Google Shape;1522;p13"/>
            <p:cNvSpPr/>
            <p:nvPr/>
          </p:nvSpPr>
          <p:spPr>
            <a:xfrm rot="-5400000">
              <a:off x="9614286" y="5169064"/>
              <a:ext cx="131153" cy="111796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3" name="Google Shape;1523;p13"/>
            <p:cNvSpPr/>
            <p:nvPr/>
          </p:nvSpPr>
          <p:spPr>
            <a:xfrm rot="-5400000">
              <a:off x="9929703" y="16325"/>
              <a:ext cx="144445" cy="111796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4" name="Google Shape;1524;p13"/>
            <p:cNvSpPr/>
            <p:nvPr/>
          </p:nvSpPr>
          <p:spPr>
            <a:xfrm rot="-5400000">
              <a:off x="9343734" y="2153904"/>
              <a:ext cx="131153" cy="75890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5" name="Google Shape;1525;p13"/>
            <p:cNvSpPr/>
            <p:nvPr/>
          </p:nvSpPr>
          <p:spPr>
            <a:xfrm rot="-5400000">
              <a:off x="9335519" y="2345568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6" name="Google Shape;1526;p13"/>
            <p:cNvSpPr/>
            <p:nvPr/>
          </p:nvSpPr>
          <p:spPr>
            <a:xfrm rot="-5400000">
              <a:off x="9356115" y="1931174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7" name="Google Shape;1527;p13"/>
            <p:cNvSpPr/>
            <p:nvPr/>
          </p:nvSpPr>
          <p:spPr>
            <a:xfrm rot="-5400000">
              <a:off x="9373164" y="1624407"/>
              <a:ext cx="134697" cy="90579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8" name="Google Shape;1528;p13"/>
            <p:cNvSpPr/>
            <p:nvPr/>
          </p:nvSpPr>
          <p:spPr>
            <a:xfrm rot="-5400000">
              <a:off x="9438108" y="2693244"/>
              <a:ext cx="6204" cy="65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9" name="Google Shape;1529;p13"/>
            <p:cNvSpPr/>
            <p:nvPr/>
          </p:nvSpPr>
          <p:spPr>
            <a:xfrm rot="-5400000">
              <a:off x="9937042" y="5049293"/>
              <a:ext cx="138242" cy="102819"/>
            </a:xfrm>
            <a:custGeom>
              <a:rect b="b" l="l" r="r" t="t"/>
              <a:pathLst>
                <a:path extrusionOk="0" h="34" w="42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0" name="Google Shape;1530;p13"/>
            <p:cNvSpPr/>
            <p:nvPr/>
          </p:nvSpPr>
          <p:spPr>
            <a:xfrm rot="-5400000">
              <a:off x="9639676" y="5302898"/>
              <a:ext cx="121406" cy="99554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1" name="Google Shape;1531;p13"/>
            <p:cNvSpPr/>
            <p:nvPr/>
          </p:nvSpPr>
          <p:spPr>
            <a:xfrm rot="-5400000">
              <a:off x="9691555" y="2326783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2" name="Google Shape;1532;p13"/>
            <p:cNvSpPr/>
            <p:nvPr/>
          </p:nvSpPr>
          <p:spPr>
            <a:xfrm rot="-5400000">
              <a:off x="9773558" y="2380211"/>
              <a:ext cx="7089" cy="571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3" name="Google Shape;1533;p13"/>
            <p:cNvSpPr/>
            <p:nvPr/>
          </p:nvSpPr>
          <p:spPr>
            <a:xfrm rot="-5400000">
              <a:off x="9664388" y="1641893"/>
              <a:ext cx="131153" cy="96290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4" name="Google Shape;1534;p13"/>
            <p:cNvSpPr/>
            <p:nvPr/>
          </p:nvSpPr>
          <p:spPr>
            <a:xfrm rot="-5400000">
              <a:off x="9646792" y="1980827"/>
              <a:ext cx="127608" cy="150965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5" name="Google Shape;1535;p13"/>
            <p:cNvSpPr/>
            <p:nvPr/>
          </p:nvSpPr>
          <p:spPr>
            <a:xfrm rot="5400000">
              <a:off x="9274146" y="5296283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6" name="Google Shape;1536;p13"/>
            <p:cNvSpPr/>
            <p:nvPr/>
          </p:nvSpPr>
          <p:spPr>
            <a:xfrm rot="-5400000">
              <a:off x="9389090" y="2938560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7" name="Google Shape;1537;p13"/>
            <p:cNvSpPr/>
            <p:nvPr/>
          </p:nvSpPr>
          <p:spPr>
            <a:xfrm rot="-5400000">
              <a:off x="9068969" y="1831182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8" name="Google Shape;1538;p13"/>
            <p:cNvSpPr/>
            <p:nvPr/>
          </p:nvSpPr>
          <p:spPr>
            <a:xfrm rot="5400000">
              <a:off x="9634612" y="267742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9" name="Google Shape;1539;p13"/>
            <p:cNvSpPr/>
            <p:nvPr/>
          </p:nvSpPr>
          <p:spPr>
            <a:xfrm rot="5400000">
              <a:off x="9564508" y="938073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0" name="Google Shape;1540;p13"/>
            <p:cNvSpPr/>
            <p:nvPr/>
          </p:nvSpPr>
          <p:spPr>
            <a:xfrm rot="5400000">
              <a:off x="9040577" y="565264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1" name="Google Shape;1541;p13"/>
            <p:cNvSpPr/>
            <p:nvPr/>
          </p:nvSpPr>
          <p:spPr>
            <a:xfrm rot="-5400000">
              <a:off x="9646792" y="1839756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542" name="Google Shape;15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3409" y="2937859"/>
            <a:ext cx="4641176" cy="9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Computer script on a screen" id="1548" name="Google Shape;1548;p14"/>
          <p:cNvPicPr preferRelativeResize="0"/>
          <p:nvPr/>
        </p:nvPicPr>
        <p:blipFill rotWithShape="1">
          <a:blip r:embed="rId3">
            <a:alphaModFix/>
          </a:blip>
          <a:srcRect b="8713" l="0" r="0" t="7017"/>
          <a:stretch/>
        </p:blipFill>
        <p:spPr>
          <a:xfrm>
            <a:off x="20" y="10"/>
            <a:ext cx="1219196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14"/>
          <p:cNvSpPr/>
          <p:nvPr/>
        </p:nvSpPr>
        <p:spPr>
          <a:xfrm>
            <a:off x="3489175" y="2279176"/>
            <a:ext cx="5199894" cy="25856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50" name="Google Shape;1550;p14"/>
          <p:cNvSpPr txBox="1"/>
          <p:nvPr>
            <p:ph type="ctrTitle"/>
          </p:nvPr>
        </p:nvSpPr>
        <p:spPr>
          <a:xfrm>
            <a:off x="3785812" y="2522070"/>
            <a:ext cx="4606621" cy="15330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How to Create GitHub </a:t>
            </a:r>
            <a:r>
              <a:rPr b="1" lang="en-US" sz="4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</p:txBody>
      </p:sp>
      <p:sp>
        <p:nvSpPr>
          <p:cNvPr id="1551" name="Google Shape;1551;p14"/>
          <p:cNvSpPr txBox="1"/>
          <p:nvPr>
            <p:ph idx="1" type="subTitle"/>
          </p:nvPr>
        </p:nvSpPr>
        <p:spPr>
          <a:xfrm>
            <a:off x="3848670" y="4155083"/>
            <a:ext cx="4490112" cy="5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/>
              <a:t>GUVI-IITM MASTER SCIENCE PROGRAM</a:t>
            </a:r>
            <a:endParaRPr/>
          </a:p>
        </p:txBody>
      </p:sp>
      <p:grpSp>
        <p:nvGrpSpPr>
          <p:cNvPr id="1552" name="Google Shape;1552;p14"/>
          <p:cNvGrpSpPr/>
          <p:nvPr/>
        </p:nvGrpSpPr>
        <p:grpSpPr>
          <a:xfrm>
            <a:off x="23552" y="3022005"/>
            <a:ext cx="12161561" cy="1033163"/>
            <a:chOff x="23552" y="3022005"/>
            <a:chExt cx="12161561" cy="1033163"/>
          </a:xfrm>
        </p:grpSpPr>
        <p:sp>
          <p:nvSpPr>
            <p:cNvPr id="1553" name="Google Shape;1553;p14"/>
            <p:cNvSpPr/>
            <p:nvPr/>
          </p:nvSpPr>
          <p:spPr>
            <a:xfrm>
              <a:off x="8933426" y="3820899"/>
              <a:ext cx="146874" cy="103369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9012632" y="3146103"/>
              <a:ext cx="143728" cy="146842"/>
            </a:xfrm>
            <a:custGeom>
              <a:rect b="b" l="l" r="r" t="t"/>
              <a:pathLst>
                <a:path extrusionOk="0" h="41" w="37">
                  <a:moveTo>
                    <a:pt x="24" y="4"/>
                  </a:moveTo>
                  <a:cubicBezTo>
                    <a:pt x="37" y="1"/>
                    <a:pt x="28" y="18"/>
                    <a:pt x="29" y="26"/>
                  </a:cubicBezTo>
                  <a:cubicBezTo>
                    <a:pt x="8" y="41"/>
                    <a:pt x="0" y="0"/>
                    <a:pt x="24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8758308" y="3186235"/>
              <a:ext cx="143728" cy="93707"/>
            </a:xfrm>
            <a:custGeom>
              <a:rect b="b" l="l" r="r" t="t"/>
              <a:pathLst>
                <a:path extrusionOk="0" h="26" w="37">
                  <a:moveTo>
                    <a:pt x="19" y="0"/>
                  </a:moveTo>
                  <a:cubicBezTo>
                    <a:pt x="31" y="1"/>
                    <a:pt x="37" y="23"/>
                    <a:pt x="22" y="26"/>
                  </a:cubicBezTo>
                  <a:cubicBezTo>
                    <a:pt x="2" y="26"/>
                    <a:pt x="0" y="0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10519141" y="3199239"/>
              <a:ext cx="155267" cy="132351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9579147" y="3203103"/>
              <a:ext cx="186739" cy="140079"/>
            </a:xfrm>
            <a:custGeom>
              <a:rect b="b" l="l" r="r" t="t"/>
              <a:pathLst>
                <a:path extrusionOk="0" h="39" w="48">
                  <a:moveTo>
                    <a:pt x="28" y="1"/>
                  </a:moveTo>
                  <a:cubicBezTo>
                    <a:pt x="39" y="0"/>
                    <a:pt x="43" y="5"/>
                    <a:pt x="46" y="11"/>
                  </a:cubicBezTo>
                  <a:cubicBezTo>
                    <a:pt x="48" y="39"/>
                    <a:pt x="0" y="17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10845413" y="3206968"/>
              <a:ext cx="171003" cy="132351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11532571" y="3278457"/>
              <a:ext cx="155267" cy="89843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10224344" y="3213730"/>
              <a:ext cx="155267" cy="107233"/>
            </a:xfrm>
            <a:custGeom>
              <a:rect b="b" l="l" r="r" t="t"/>
              <a:pathLst>
                <a:path extrusionOk="0" h="30" w="40">
                  <a:moveTo>
                    <a:pt x="22" y="0"/>
                  </a:moveTo>
                  <a:cubicBezTo>
                    <a:pt x="39" y="3"/>
                    <a:pt x="40" y="30"/>
                    <a:pt x="16" y="26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9955774" y="3217593"/>
              <a:ext cx="155267" cy="107233"/>
            </a:xfrm>
            <a:custGeom>
              <a:rect b="b" l="l" r="r" t="t"/>
              <a:pathLst>
                <a:path extrusionOk="0" h="30" w="40">
                  <a:moveTo>
                    <a:pt x="22" y="0"/>
                  </a:moveTo>
                  <a:cubicBezTo>
                    <a:pt x="40" y="1"/>
                    <a:pt x="40" y="30"/>
                    <a:pt x="17" y="26"/>
                  </a:cubicBezTo>
                  <a:cubicBezTo>
                    <a:pt x="0" y="7"/>
                    <a:pt x="15" y="5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9366180" y="3221457"/>
              <a:ext cx="143728" cy="99505"/>
            </a:xfrm>
            <a:custGeom>
              <a:rect b="b" l="l" r="r" t="t"/>
              <a:pathLst>
                <a:path extrusionOk="0" h="28" w="37">
                  <a:moveTo>
                    <a:pt x="13" y="2"/>
                  </a:moveTo>
                  <a:cubicBezTo>
                    <a:pt x="23" y="0"/>
                    <a:pt x="25" y="4"/>
                    <a:pt x="29" y="9"/>
                  </a:cubicBezTo>
                  <a:cubicBezTo>
                    <a:pt x="37" y="19"/>
                    <a:pt x="25" y="25"/>
                    <a:pt x="14" y="28"/>
                  </a:cubicBezTo>
                  <a:cubicBezTo>
                    <a:pt x="4" y="21"/>
                    <a:pt x="0" y="7"/>
                    <a:pt x="13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11249313" y="3228221"/>
              <a:ext cx="162611" cy="142976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11769669" y="3263964"/>
              <a:ext cx="151070" cy="114961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12025650" y="3278455"/>
              <a:ext cx="159463" cy="107233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6" name="Google Shape;1566;p14"/>
            <p:cNvSpPr/>
            <p:nvPr/>
          </p:nvSpPr>
          <p:spPr>
            <a:xfrm>
              <a:off x="10923043" y="3285217"/>
              <a:ext cx="7345" cy="77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7" name="Google Shape;1567;p14"/>
            <p:cNvSpPr/>
            <p:nvPr/>
          </p:nvSpPr>
          <p:spPr>
            <a:xfrm>
              <a:off x="10550139" y="3580387"/>
              <a:ext cx="163660" cy="121724"/>
            </a:xfrm>
            <a:custGeom>
              <a:rect b="b" l="l" r="r" t="t"/>
              <a:pathLst>
                <a:path extrusionOk="0" h="34" w="42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8" name="Google Shape;1568;p14"/>
            <p:cNvSpPr/>
            <p:nvPr/>
          </p:nvSpPr>
          <p:spPr>
            <a:xfrm>
              <a:off x="9815064" y="3539291"/>
              <a:ext cx="225557" cy="143944"/>
            </a:xfrm>
            <a:custGeom>
              <a:rect b="b" l="l" r="r" t="t"/>
              <a:pathLst>
                <a:path extrusionOk="0" h="40" w="58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9" name="Google Shape;1569;p14"/>
            <p:cNvSpPr/>
            <p:nvPr/>
          </p:nvSpPr>
          <p:spPr>
            <a:xfrm>
              <a:off x="9091835" y="3539292"/>
              <a:ext cx="175200" cy="93707"/>
            </a:xfrm>
            <a:custGeom>
              <a:rect b="b" l="l" r="r" t="t"/>
              <a:pathLst>
                <a:path extrusionOk="0" h="26" w="45">
                  <a:moveTo>
                    <a:pt x="23" y="0"/>
                  </a:moveTo>
                  <a:cubicBezTo>
                    <a:pt x="33" y="2"/>
                    <a:pt x="45" y="21"/>
                    <a:pt x="30" y="26"/>
                  </a:cubicBezTo>
                  <a:cubicBezTo>
                    <a:pt x="10" y="24"/>
                    <a:pt x="0" y="8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0" name="Google Shape;1570;p14"/>
            <p:cNvSpPr/>
            <p:nvPr/>
          </p:nvSpPr>
          <p:spPr>
            <a:xfrm>
              <a:off x="9320539" y="3539289"/>
              <a:ext cx="260178" cy="143944"/>
            </a:xfrm>
            <a:custGeom>
              <a:rect b="b" l="l" r="r" t="t"/>
              <a:pathLst>
                <a:path extrusionOk="0" h="40" w="67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1" name="Google Shape;1571;p14"/>
            <p:cNvSpPr/>
            <p:nvPr/>
          </p:nvSpPr>
          <p:spPr>
            <a:xfrm>
              <a:off x="8759800" y="3539291"/>
              <a:ext cx="152120" cy="111097"/>
            </a:xfrm>
            <a:custGeom>
              <a:rect b="b" l="l" r="r" t="t"/>
              <a:pathLst>
                <a:path extrusionOk="0" h="31" w="39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2" name="Google Shape;1572;p14"/>
            <p:cNvSpPr/>
            <p:nvPr/>
          </p:nvSpPr>
          <p:spPr>
            <a:xfrm>
              <a:off x="10204341" y="3569721"/>
              <a:ext cx="163660" cy="96607"/>
            </a:xfrm>
            <a:custGeom>
              <a:rect b="b" l="l" r="r" t="t"/>
              <a:pathLst>
                <a:path extrusionOk="0" h="27" w="42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3" name="Google Shape;1573;p14"/>
            <p:cNvSpPr/>
            <p:nvPr/>
          </p:nvSpPr>
          <p:spPr>
            <a:xfrm>
              <a:off x="10959349" y="3594839"/>
              <a:ext cx="143728" cy="117858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11171682" y="3557646"/>
              <a:ext cx="166807" cy="121724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9913811" y="3611744"/>
              <a:ext cx="11540" cy="10628"/>
            </a:xfrm>
            <a:custGeom>
              <a:rect b="b" l="l" r="r" t="t"/>
              <a:pathLst>
                <a:path extrusionOk="0" h="3" w="3">
                  <a:moveTo>
                    <a:pt x="1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2" y="3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6" name="Google Shape;1576;p14"/>
            <p:cNvSpPr/>
            <p:nvPr/>
          </p:nvSpPr>
          <p:spPr>
            <a:xfrm>
              <a:off x="9238190" y="3618509"/>
              <a:ext cx="7345" cy="676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7" name="Google Shape;1577;p14"/>
            <p:cNvSpPr/>
            <p:nvPr/>
          </p:nvSpPr>
          <p:spPr>
            <a:xfrm>
              <a:off x="11245118" y="3633000"/>
              <a:ext cx="8392" cy="676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8" name="Google Shape;1578;p14"/>
            <p:cNvSpPr/>
            <p:nvPr/>
          </p:nvSpPr>
          <p:spPr>
            <a:xfrm>
              <a:off x="11909199" y="3636863"/>
              <a:ext cx="155267" cy="113994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9" name="Google Shape;1579;p14"/>
            <p:cNvSpPr/>
            <p:nvPr/>
          </p:nvSpPr>
          <p:spPr>
            <a:xfrm>
              <a:off x="11625942" y="3622374"/>
              <a:ext cx="151070" cy="178722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0" name="Google Shape;1580;p14"/>
            <p:cNvSpPr/>
            <p:nvPr/>
          </p:nvSpPr>
          <p:spPr>
            <a:xfrm>
              <a:off x="8706294" y="3832973"/>
              <a:ext cx="143728" cy="79216"/>
            </a:xfrm>
            <a:custGeom>
              <a:rect b="b" l="l" r="r" t="t"/>
              <a:pathLst>
                <a:path extrusionOk="0" h="22" w="37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1" name="Google Shape;1581;p14"/>
            <p:cNvSpPr/>
            <p:nvPr/>
          </p:nvSpPr>
          <p:spPr>
            <a:xfrm>
              <a:off x="9172096" y="3868719"/>
              <a:ext cx="162611" cy="93707"/>
            </a:xfrm>
            <a:custGeom>
              <a:rect b="b" l="l" r="r" t="t"/>
              <a:pathLst>
                <a:path extrusionOk="0" h="26" w="42">
                  <a:moveTo>
                    <a:pt x="28" y="0"/>
                  </a:moveTo>
                  <a:cubicBezTo>
                    <a:pt x="42" y="4"/>
                    <a:pt x="38" y="23"/>
                    <a:pt x="23" y="26"/>
                  </a:cubicBezTo>
                  <a:cubicBezTo>
                    <a:pt x="0" y="26"/>
                    <a:pt x="8" y="5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2" name="Google Shape;1582;p14"/>
            <p:cNvSpPr/>
            <p:nvPr/>
          </p:nvSpPr>
          <p:spPr>
            <a:xfrm>
              <a:off x="9734415" y="3872581"/>
              <a:ext cx="175200" cy="129453"/>
            </a:xfrm>
            <a:custGeom>
              <a:rect b="b" l="l" r="r" t="t"/>
              <a:pathLst>
                <a:path extrusionOk="0" h="36" w="45">
                  <a:moveTo>
                    <a:pt x="28" y="0"/>
                  </a:moveTo>
                  <a:cubicBezTo>
                    <a:pt x="34" y="1"/>
                    <a:pt x="45" y="11"/>
                    <a:pt x="42" y="20"/>
                  </a:cubicBezTo>
                  <a:cubicBezTo>
                    <a:pt x="25" y="36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3" name="Google Shape;1583;p14"/>
            <p:cNvSpPr/>
            <p:nvPr/>
          </p:nvSpPr>
          <p:spPr>
            <a:xfrm>
              <a:off x="9505710" y="3883209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4" name="Google Shape;1584;p14"/>
            <p:cNvSpPr/>
            <p:nvPr/>
          </p:nvSpPr>
          <p:spPr>
            <a:xfrm>
              <a:off x="10733368" y="395837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5" name="Google Shape;1585;p14"/>
            <p:cNvSpPr/>
            <p:nvPr/>
          </p:nvSpPr>
          <p:spPr>
            <a:xfrm>
              <a:off x="10406887" y="3901564"/>
              <a:ext cx="151070" cy="111097"/>
            </a:xfrm>
            <a:custGeom>
              <a:rect b="b" l="l" r="r" t="t"/>
              <a:pathLst>
                <a:path extrusionOk="0" h="31" w="39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6" name="Google Shape;1586;p14"/>
            <p:cNvSpPr/>
            <p:nvPr/>
          </p:nvSpPr>
          <p:spPr>
            <a:xfrm>
              <a:off x="10107894" y="3904464"/>
              <a:ext cx="139530" cy="93707"/>
            </a:xfrm>
            <a:custGeom>
              <a:rect b="b" l="l" r="r" t="t"/>
              <a:pathLst>
                <a:path extrusionOk="0" h="26" w="36">
                  <a:moveTo>
                    <a:pt x="21" y="0"/>
                  </a:moveTo>
                  <a:cubicBezTo>
                    <a:pt x="32" y="4"/>
                    <a:pt x="36" y="23"/>
                    <a:pt x="21" y="26"/>
                  </a:cubicBezTo>
                  <a:cubicBezTo>
                    <a:pt x="1" y="24"/>
                    <a:pt x="0" y="2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7" name="Google Shape;1587;p14"/>
            <p:cNvSpPr/>
            <p:nvPr/>
          </p:nvSpPr>
          <p:spPr>
            <a:xfrm>
              <a:off x="11909199" y="3912191"/>
              <a:ext cx="155267" cy="103369"/>
            </a:xfrm>
            <a:custGeom>
              <a:rect b="b" l="l" r="r" t="t"/>
              <a:pathLst>
                <a:path extrusionOk="0" h="29" w="40">
                  <a:moveTo>
                    <a:pt x="24" y="0"/>
                  </a:moveTo>
                  <a:cubicBezTo>
                    <a:pt x="40" y="2"/>
                    <a:pt x="34" y="29"/>
                    <a:pt x="19" y="26"/>
                  </a:cubicBezTo>
                  <a:cubicBezTo>
                    <a:pt x="0" y="19"/>
                    <a:pt x="4" y="2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8" name="Google Shape;1588;p14"/>
            <p:cNvSpPr/>
            <p:nvPr/>
          </p:nvSpPr>
          <p:spPr>
            <a:xfrm>
              <a:off x="9812046" y="3947935"/>
              <a:ext cx="4197" cy="6762"/>
            </a:xfrm>
            <a:custGeom>
              <a:rect b="b" l="l" r="r" t="t"/>
              <a:pathLst>
                <a:path extrusionOk="0" h="2" w="1">
                  <a:moveTo>
                    <a:pt x="0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9" name="Google Shape;1589;p14"/>
            <p:cNvSpPr/>
            <p:nvPr/>
          </p:nvSpPr>
          <p:spPr>
            <a:xfrm>
              <a:off x="11027955" y="3951797"/>
              <a:ext cx="143728" cy="92743"/>
            </a:xfrm>
            <a:custGeom>
              <a:rect b="b" l="l" r="r" t="t"/>
              <a:pathLst>
                <a:path extrusionOk="0" h="26" w="37">
                  <a:moveTo>
                    <a:pt x="21" y="0"/>
                  </a:moveTo>
                  <a:cubicBezTo>
                    <a:pt x="32" y="2"/>
                    <a:pt x="37" y="23"/>
                    <a:pt x="22" y="26"/>
                  </a:cubicBezTo>
                  <a:cubicBezTo>
                    <a:pt x="3" y="26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0" name="Google Shape;1590;p14"/>
            <p:cNvSpPr/>
            <p:nvPr/>
          </p:nvSpPr>
          <p:spPr>
            <a:xfrm>
              <a:off x="11345833" y="3947935"/>
              <a:ext cx="167855" cy="107233"/>
            </a:xfrm>
            <a:custGeom>
              <a:rect b="b" l="l" r="r" t="t"/>
              <a:pathLst>
                <a:path extrusionOk="0" h="30" w="43">
                  <a:moveTo>
                    <a:pt x="28" y="2"/>
                  </a:moveTo>
                  <a:cubicBezTo>
                    <a:pt x="36" y="0"/>
                    <a:pt x="43" y="12"/>
                    <a:pt x="41" y="20"/>
                  </a:cubicBezTo>
                  <a:cubicBezTo>
                    <a:pt x="24" y="30"/>
                    <a:pt x="0" y="14"/>
                    <a:pt x="28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1" name="Google Shape;1591;p14"/>
            <p:cNvSpPr/>
            <p:nvPr/>
          </p:nvSpPr>
          <p:spPr>
            <a:xfrm>
              <a:off x="11594469" y="3954698"/>
              <a:ext cx="143728" cy="79216"/>
            </a:xfrm>
            <a:custGeom>
              <a:rect b="b" l="l" r="r" t="t"/>
              <a:pathLst>
                <a:path extrusionOk="0" h="22" w="37">
                  <a:moveTo>
                    <a:pt x="19" y="0"/>
                  </a:moveTo>
                  <a:cubicBezTo>
                    <a:pt x="35" y="1"/>
                    <a:pt x="37" y="22"/>
                    <a:pt x="19" y="22"/>
                  </a:cubicBezTo>
                  <a:cubicBezTo>
                    <a:pt x="6" y="18"/>
                    <a:pt x="0" y="4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2" name="Google Shape;1592;p14"/>
            <p:cNvSpPr/>
            <p:nvPr/>
          </p:nvSpPr>
          <p:spPr>
            <a:xfrm>
              <a:off x="158264" y="3024903"/>
              <a:ext cx="163660" cy="104334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3" name="Google Shape;1593;p14"/>
            <p:cNvSpPr/>
            <p:nvPr/>
          </p:nvSpPr>
          <p:spPr>
            <a:xfrm>
              <a:off x="767792" y="3039394"/>
              <a:ext cx="143728" cy="85979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4" name="Google Shape;1594;p14"/>
            <p:cNvSpPr/>
            <p:nvPr/>
          </p:nvSpPr>
          <p:spPr>
            <a:xfrm>
              <a:off x="457259" y="3022005"/>
              <a:ext cx="163660" cy="92743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5" name="Google Shape;1595;p14"/>
            <p:cNvSpPr/>
            <p:nvPr/>
          </p:nvSpPr>
          <p:spPr>
            <a:xfrm>
              <a:off x="2456843" y="3047122"/>
              <a:ext cx="147925" cy="82115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6" name="Google Shape;1596;p14"/>
            <p:cNvSpPr/>
            <p:nvPr/>
          </p:nvSpPr>
          <p:spPr>
            <a:xfrm>
              <a:off x="2693941" y="3057748"/>
              <a:ext cx="152120" cy="92743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7" name="Google Shape;1597;p14"/>
            <p:cNvSpPr/>
            <p:nvPr/>
          </p:nvSpPr>
          <p:spPr>
            <a:xfrm>
              <a:off x="1308079" y="3068377"/>
              <a:ext cx="178347" cy="117858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8" name="Google Shape;1598;p14"/>
            <p:cNvSpPr/>
            <p:nvPr/>
          </p:nvSpPr>
          <p:spPr>
            <a:xfrm>
              <a:off x="1055247" y="3072240"/>
              <a:ext cx="159463" cy="96607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9" name="Google Shape;1599;p14"/>
            <p:cNvSpPr/>
            <p:nvPr/>
          </p:nvSpPr>
          <p:spPr>
            <a:xfrm>
              <a:off x="1630154" y="3093493"/>
              <a:ext cx="151070" cy="92743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0" name="Google Shape;1600;p14"/>
            <p:cNvSpPr/>
            <p:nvPr/>
          </p:nvSpPr>
          <p:spPr>
            <a:xfrm>
              <a:off x="2154702" y="3093493"/>
              <a:ext cx="155267" cy="111097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1" name="Google Shape;1601;p14"/>
            <p:cNvSpPr/>
            <p:nvPr/>
          </p:nvSpPr>
          <p:spPr>
            <a:xfrm>
              <a:off x="1878791" y="312537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2" name="Google Shape;1602;p14"/>
            <p:cNvSpPr/>
            <p:nvPr/>
          </p:nvSpPr>
          <p:spPr>
            <a:xfrm>
              <a:off x="1369975" y="3143729"/>
              <a:ext cx="11540" cy="676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3" name="Google Shape;1603;p14"/>
            <p:cNvSpPr/>
            <p:nvPr/>
          </p:nvSpPr>
          <p:spPr>
            <a:xfrm>
              <a:off x="986006" y="3362058"/>
              <a:ext cx="169954" cy="88879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4" name="Google Shape;1604;p14"/>
            <p:cNvSpPr/>
            <p:nvPr/>
          </p:nvSpPr>
          <p:spPr>
            <a:xfrm>
              <a:off x="1194777" y="3401668"/>
              <a:ext cx="136383" cy="107233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5" name="Google Shape;1605;p14"/>
            <p:cNvSpPr/>
            <p:nvPr/>
          </p:nvSpPr>
          <p:spPr>
            <a:xfrm>
              <a:off x="519156" y="3408428"/>
              <a:ext cx="140580" cy="96607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6" name="Google Shape;1606;p14"/>
            <p:cNvSpPr/>
            <p:nvPr/>
          </p:nvSpPr>
          <p:spPr>
            <a:xfrm>
              <a:off x="1463345" y="3415192"/>
              <a:ext cx="151070" cy="93707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7" name="Google Shape;1607;p14"/>
            <p:cNvSpPr/>
            <p:nvPr/>
          </p:nvSpPr>
          <p:spPr>
            <a:xfrm>
              <a:off x="717434" y="3412293"/>
              <a:ext cx="159463" cy="124621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8" name="Google Shape;1608;p14"/>
            <p:cNvSpPr/>
            <p:nvPr/>
          </p:nvSpPr>
          <p:spPr>
            <a:xfrm>
              <a:off x="1703589" y="3419055"/>
              <a:ext cx="155267" cy="82115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9" name="Google Shape;1609;p14"/>
            <p:cNvSpPr/>
            <p:nvPr/>
          </p:nvSpPr>
          <p:spPr>
            <a:xfrm>
              <a:off x="2767596" y="3450937"/>
              <a:ext cx="152120" cy="85979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0" name="Google Shape;1610;p14"/>
            <p:cNvSpPr/>
            <p:nvPr/>
          </p:nvSpPr>
          <p:spPr>
            <a:xfrm>
              <a:off x="1960620" y="3415192"/>
              <a:ext cx="166807" cy="111097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1" name="Google Shape;1611;p14"/>
            <p:cNvSpPr/>
            <p:nvPr/>
          </p:nvSpPr>
          <p:spPr>
            <a:xfrm>
              <a:off x="283108" y="3458664"/>
              <a:ext cx="146874" cy="92743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2" name="Google Shape;1612;p14"/>
            <p:cNvSpPr/>
            <p:nvPr/>
          </p:nvSpPr>
          <p:spPr>
            <a:xfrm>
              <a:off x="2223943" y="3465427"/>
              <a:ext cx="155267" cy="82115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3" name="Google Shape;1613;p14"/>
            <p:cNvSpPr/>
            <p:nvPr/>
          </p:nvSpPr>
          <p:spPr>
            <a:xfrm>
              <a:off x="2515592" y="3483783"/>
              <a:ext cx="162611" cy="117858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4" name="Google Shape;1614;p14"/>
            <p:cNvSpPr/>
            <p:nvPr/>
          </p:nvSpPr>
          <p:spPr>
            <a:xfrm>
              <a:off x="818149" y="3705975"/>
              <a:ext cx="175200" cy="88879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5" name="Google Shape;1615;p14"/>
            <p:cNvSpPr/>
            <p:nvPr/>
          </p:nvSpPr>
          <p:spPr>
            <a:xfrm>
              <a:off x="1102456" y="3708874"/>
              <a:ext cx="146874" cy="82115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6" name="Google Shape;1616;p14"/>
            <p:cNvSpPr/>
            <p:nvPr/>
          </p:nvSpPr>
          <p:spPr>
            <a:xfrm>
              <a:off x="1381515" y="3716603"/>
              <a:ext cx="147925" cy="78251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7" name="Google Shape;1617;p14"/>
            <p:cNvSpPr/>
            <p:nvPr/>
          </p:nvSpPr>
          <p:spPr>
            <a:xfrm>
              <a:off x="2585883" y="3712738"/>
              <a:ext cx="166807" cy="107233"/>
            </a:xfrm>
            <a:custGeom>
              <a:rect b="b" l="l" r="r" t="t"/>
              <a:pathLst>
                <a:path extrusionOk="0" h="30" w="43">
                  <a:moveTo>
                    <a:pt x="27" y="3"/>
                  </a:moveTo>
                  <a:cubicBezTo>
                    <a:pt x="35" y="0"/>
                    <a:pt x="43" y="16"/>
                    <a:pt x="40" y="22"/>
                  </a:cubicBezTo>
                  <a:cubicBezTo>
                    <a:pt x="21" y="30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8" name="Google Shape;1618;p14"/>
            <p:cNvSpPr/>
            <p:nvPr/>
          </p:nvSpPr>
          <p:spPr>
            <a:xfrm>
              <a:off x="2317313" y="3723363"/>
              <a:ext cx="152120" cy="82115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9" name="Google Shape;1619;p14"/>
            <p:cNvSpPr/>
            <p:nvPr/>
          </p:nvSpPr>
          <p:spPr>
            <a:xfrm>
              <a:off x="1995241" y="3702111"/>
              <a:ext cx="155267" cy="186450"/>
            </a:xfrm>
            <a:custGeom>
              <a:rect b="b" l="l" r="r" t="t"/>
              <a:pathLst>
                <a:path extrusionOk="0" h="52" w="40">
                  <a:moveTo>
                    <a:pt x="13" y="7"/>
                  </a:moveTo>
                  <a:cubicBezTo>
                    <a:pt x="40" y="12"/>
                    <a:pt x="18" y="52"/>
                    <a:pt x="0" y="24"/>
                  </a:cubicBezTo>
                  <a:cubicBezTo>
                    <a:pt x="2" y="0"/>
                    <a:pt x="6" y="17"/>
                    <a:pt x="13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0" name="Google Shape;1620;p14"/>
            <p:cNvSpPr/>
            <p:nvPr/>
          </p:nvSpPr>
          <p:spPr>
            <a:xfrm>
              <a:off x="593642" y="3730128"/>
              <a:ext cx="155267" cy="104334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1" name="Google Shape;1621;p14"/>
            <p:cNvSpPr/>
            <p:nvPr/>
          </p:nvSpPr>
          <p:spPr>
            <a:xfrm>
              <a:off x="91730" y="3737922"/>
              <a:ext cx="155267" cy="133317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2" name="Google Shape;1622;p14"/>
            <p:cNvSpPr/>
            <p:nvPr/>
          </p:nvSpPr>
          <p:spPr>
            <a:xfrm>
              <a:off x="1701490" y="3709999"/>
              <a:ext cx="159463" cy="110131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3"/>
                    <a:pt x="41" y="31"/>
                    <a:pt x="16" y="25"/>
                  </a:cubicBezTo>
                  <a:cubicBezTo>
                    <a:pt x="0" y="7"/>
                    <a:pt x="14" y="4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3" name="Google Shape;1623;p14"/>
            <p:cNvSpPr/>
            <p:nvPr/>
          </p:nvSpPr>
          <p:spPr>
            <a:xfrm>
              <a:off x="2469434" y="3802579"/>
              <a:ext cx="3148" cy="10628"/>
            </a:xfrm>
            <a:custGeom>
              <a:rect b="b" l="l" r="r" t="t"/>
              <a:pathLst>
                <a:path extrusionOk="0" h="3" w="1">
                  <a:moveTo>
                    <a:pt x="0" y="0"/>
                  </a:moveTo>
                  <a:cubicBezTo>
                    <a:pt x="1" y="0"/>
                    <a:pt x="1" y="3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4" name="Google Shape;1624;p14"/>
            <p:cNvSpPr/>
            <p:nvPr/>
          </p:nvSpPr>
          <p:spPr>
            <a:xfrm>
              <a:off x="3257751" y="3076723"/>
              <a:ext cx="143728" cy="96607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5" name="Google Shape;1625;p14"/>
            <p:cNvSpPr/>
            <p:nvPr/>
          </p:nvSpPr>
          <p:spPr>
            <a:xfrm>
              <a:off x="2919939" y="3091214"/>
              <a:ext cx="163660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6" name="Google Shape;1626;p14"/>
            <p:cNvSpPr/>
            <p:nvPr/>
          </p:nvSpPr>
          <p:spPr>
            <a:xfrm>
              <a:off x="3052129" y="3460249"/>
              <a:ext cx="159463" cy="96607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7" name="Google Shape;1627;p14"/>
            <p:cNvSpPr/>
            <p:nvPr/>
          </p:nvSpPr>
          <p:spPr>
            <a:xfrm>
              <a:off x="3335385" y="3453485"/>
              <a:ext cx="143728" cy="96607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8" name="Google Shape;1628;p14"/>
            <p:cNvSpPr/>
            <p:nvPr/>
          </p:nvSpPr>
          <p:spPr>
            <a:xfrm>
              <a:off x="3205696" y="3715636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9" name="Google Shape;1629;p14"/>
            <p:cNvSpPr/>
            <p:nvPr/>
          </p:nvSpPr>
          <p:spPr>
            <a:xfrm>
              <a:off x="2869586" y="3718188"/>
              <a:ext cx="152120" cy="92743"/>
            </a:xfrm>
            <a:custGeom>
              <a:rect b="b" l="l" r="r" t="t"/>
              <a:pathLst>
                <a:path extrusionOk="0" h="26" w="39">
                  <a:moveTo>
                    <a:pt x="23" y="0"/>
                  </a:moveTo>
                  <a:cubicBezTo>
                    <a:pt x="39" y="3"/>
                    <a:pt x="34" y="25"/>
                    <a:pt x="19" y="26"/>
                  </a:cubicBezTo>
                  <a:cubicBezTo>
                    <a:pt x="0" y="19"/>
                    <a:pt x="7" y="3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0" name="Google Shape;1630;p14"/>
            <p:cNvSpPr/>
            <p:nvPr/>
          </p:nvSpPr>
          <p:spPr>
            <a:xfrm>
              <a:off x="23552" y="3423540"/>
              <a:ext cx="155267" cy="104334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1" name="Google Shape;1631;p14"/>
            <p:cNvSpPr/>
            <p:nvPr/>
          </p:nvSpPr>
          <p:spPr>
            <a:xfrm>
              <a:off x="9657107" y="358421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2" name="Google Shape;1632;p14"/>
            <p:cNvSpPr/>
            <p:nvPr/>
          </p:nvSpPr>
          <p:spPr>
            <a:xfrm>
              <a:off x="378048" y="3693860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633" name="Google Shape;1633;p14"/>
          <p:cNvSpPr txBox="1"/>
          <p:nvPr/>
        </p:nvSpPr>
        <p:spPr>
          <a:xfrm>
            <a:off x="7938084" y="6081102"/>
            <a:ext cx="41263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Absolute 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r'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34" name="Google Shape;163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376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5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Open Your Git-Hub account and click on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‘+’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button on top right corner</a:t>
            </a:r>
            <a:endParaRPr/>
          </a:p>
        </p:txBody>
      </p:sp>
      <p:pic>
        <p:nvPicPr>
          <p:cNvPr descr="Graphical user interface, text, application&#10;&#10;Description automatically generated" id="1640" name="Google Shape;1640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134" y="523732"/>
            <a:ext cx="10305336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1" name="Google Shape;1641;p15"/>
          <p:cNvCxnSpPr/>
          <p:nvPr/>
        </p:nvCxnSpPr>
        <p:spPr>
          <a:xfrm flipH="1" rot="10800000">
            <a:off x="9306370" y="826372"/>
            <a:ext cx="1387337" cy="436749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42" name="Google Shape;16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8067" y="6067358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6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Click on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new repository</a:t>
            </a:r>
            <a:endParaRPr/>
          </a:p>
        </p:txBody>
      </p:sp>
      <p:pic>
        <p:nvPicPr>
          <p:cNvPr descr="Graphical user interface, application, Teams&#10;&#10;Description automatically generated" id="1648" name="Google Shape;164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564" y="523732"/>
            <a:ext cx="10015860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9" name="Google Shape;1649;p16"/>
          <p:cNvCxnSpPr/>
          <p:nvPr/>
        </p:nvCxnSpPr>
        <p:spPr>
          <a:xfrm flipH="1" rot="10800000">
            <a:off x="7459409" y="898151"/>
            <a:ext cx="2461189" cy="46279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50" name="Google Shape;16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5242" y="597828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7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Arial"/>
              <a:buNone/>
            </a:pP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Type the repository name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fill the Brief Description of your project</a:t>
            </a:r>
            <a:endParaRPr/>
          </a:p>
        </p:txBody>
      </p:sp>
      <p:pic>
        <p:nvPicPr>
          <p:cNvPr descr="Graphical user interface, text&#10;&#10;Description automatically generated" id="1656" name="Google Shape;165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70" y="523732"/>
            <a:ext cx="10072447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7" name="Google Shape;1657;p17"/>
          <p:cNvCxnSpPr/>
          <p:nvPr/>
        </p:nvCxnSpPr>
        <p:spPr>
          <a:xfrm rot="10800000">
            <a:off x="5905144" y="2435878"/>
            <a:ext cx="794759" cy="27579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58" name="Google Shape;16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5242" y="59248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8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 a ReadMe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File to add the details of the project like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Architecture / Wireframe or some description</a:t>
            </a:r>
            <a:endParaRPr/>
          </a:p>
        </p:txBody>
      </p:sp>
      <p:pic>
        <p:nvPicPr>
          <p:cNvPr descr="Graphical user interface, text, application, email&#10;&#10;Description automatically generated" id="1664" name="Google Shape;1664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418" y="523732"/>
            <a:ext cx="9334152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5" name="Google Shape;1665;p18"/>
          <p:cNvCxnSpPr/>
          <p:nvPr/>
        </p:nvCxnSpPr>
        <p:spPr>
          <a:xfrm flipH="1" rot="10800000">
            <a:off x="3931065" y="3588928"/>
            <a:ext cx="435836" cy="128228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66" name="Google Shape;16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1842" y="61253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9"/>
          <p:cNvSpPr txBox="1"/>
          <p:nvPr>
            <p:ph type="title"/>
          </p:nvPr>
        </p:nvSpPr>
        <p:spPr>
          <a:xfrm>
            <a:off x="1319018" y="5267672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Arial"/>
              <a:buNone/>
            </a:pP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Add the description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of project by click      in ReadMe file</a:t>
            </a:r>
            <a:endParaRPr/>
          </a:p>
        </p:txBody>
      </p:sp>
      <p:pic>
        <p:nvPicPr>
          <p:cNvPr descr="Graphical user interface, text, application, email&#10;&#10;Description automatically generated" id="1672" name="Google Shape;1672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70" y="523732"/>
            <a:ext cx="10072447" cy="4457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ncil with solid fill" id="1673" name="Google Shape;16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2946" y="4964567"/>
            <a:ext cx="713861" cy="7138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4" name="Google Shape;1674;p19"/>
          <p:cNvCxnSpPr/>
          <p:nvPr/>
        </p:nvCxnSpPr>
        <p:spPr>
          <a:xfrm rot="10800000">
            <a:off x="7486116" y="2650436"/>
            <a:ext cx="1981273" cy="253182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75" name="Google Shape;16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017" y="59815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20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 add project click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 file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and select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upload files</a:t>
            </a:r>
            <a:endParaRPr/>
          </a:p>
        </p:txBody>
      </p:sp>
      <p:pic>
        <p:nvPicPr>
          <p:cNvPr descr="Graphical user interface, text, application, email&#10;&#10;Description automatically generated" id="1681" name="Google Shape;168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70" y="523732"/>
            <a:ext cx="10072447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2" name="Google Shape;1682;p20"/>
          <p:cNvCxnSpPr/>
          <p:nvPr/>
        </p:nvCxnSpPr>
        <p:spPr>
          <a:xfrm flipH="1" rot="10800000">
            <a:off x="6580262" y="2118402"/>
            <a:ext cx="222190" cy="337578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83" name="Google Shape;16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5117" y="6232308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21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Arial"/>
              <a:buNone/>
            </a:pP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Drag and drop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your file in this Area to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upload the file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ical user interface, text, application, email&#10;&#10;Description automatically generated" id="1689" name="Google Shape;1689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8725" y="523732"/>
            <a:ext cx="9285537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0" name="Google Shape;1690;p21"/>
          <p:cNvCxnSpPr/>
          <p:nvPr/>
        </p:nvCxnSpPr>
        <p:spPr>
          <a:xfrm flipH="1" rot="10800000">
            <a:off x="3990886" y="2810874"/>
            <a:ext cx="1239140" cy="268331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691" name="Google Shape;16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1667" y="61788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22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Your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file got uploaded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add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description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and click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commit change</a:t>
            </a:r>
            <a:endParaRPr/>
          </a:p>
        </p:txBody>
      </p:sp>
      <p:pic>
        <p:nvPicPr>
          <p:cNvPr descr="Graphical user interface, text, application, email&#10;&#10;Description automatically generated" id="1697" name="Google Shape;1697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564" y="523732"/>
            <a:ext cx="10015860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8" name="Google Shape;1698;p22"/>
          <p:cNvCxnSpPr/>
          <p:nvPr/>
        </p:nvCxnSpPr>
        <p:spPr>
          <a:xfrm flipH="1" rot="10800000">
            <a:off x="2726108" y="2706307"/>
            <a:ext cx="427290" cy="2487558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9" name="Google Shape;1699;p22"/>
          <p:cNvCxnSpPr/>
          <p:nvPr/>
        </p:nvCxnSpPr>
        <p:spPr>
          <a:xfrm rot="10800000">
            <a:off x="3788635" y="4637707"/>
            <a:ext cx="2589376" cy="1220253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700" name="Google Shape;17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5017" y="6067358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23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Successful uploaded the project in Git-Hub Repository</a:t>
            </a:r>
            <a:endParaRPr/>
          </a:p>
        </p:txBody>
      </p:sp>
      <p:pic>
        <p:nvPicPr>
          <p:cNvPr descr="Graphical user interface, text, application, email&#10;&#10;Description automatically generated" id="1706" name="Google Shape;1706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655" y="523732"/>
            <a:ext cx="10129677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7" name="Google Shape;1707;p23"/>
          <p:cNvCxnSpPr/>
          <p:nvPr/>
        </p:nvCxnSpPr>
        <p:spPr>
          <a:xfrm rot="10800000">
            <a:off x="3999345" y="2706307"/>
            <a:ext cx="923637" cy="236349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708" name="Google Shape;17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6067358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14" name="Google Shape;1714;p24"/>
          <p:cNvSpPr txBox="1"/>
          <p:nvPr>
            <p:ph idx="1" type="body"/>
          </p:nvPr>
        </p:nvSpPr>
        <p:spPr>
          <a:xfrm>
            <a:off x="1073812" y="1871330"/>
            <a:ext cx="5849587" cy="4415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Next we can see How to connect the Google Colab with the Git-Hub Repository </a:t>
            </a:r>
            <a:endParaRPr/>
          </a:p>
        </p:txBody>
      </p:sp>
      <p:grpSp>
        <p:nvGrpSpPr>
          <p:cNvPr id="1715" name="Google Shape;1715;p24"/>
          <p:cNvGrpSpPr/>
          <p:nvPr/>
        </p:nvGrpSpPr>
        <p:grpSpPr>
          <a:xfrm>
            <a:off x="9008178" y="0"/>
            <a:ext cx="1224389" cy="6837796"/>
            <a:chOff x="9008178" y="0"/>
            <a:chExt cx="1224389" cy="6837796"/>
          </a:xfrm>
        </p:grpSpPr>
        <p:sp>
          <p:nvSpPr>
            <p:cNvPr id="1716" name="Google Shape;1716;p24"/>
            <p:cNvSpPr/>
            <p:nvPr/>
          </p:nvSpPr>
          <p:spPr>
            <a:xfrm rot="5400000">
              <a:off x="9910158" y="4686285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7" name="Google Shape;1717;p24"/>
            <p:cNvSpPr/>
            <p:nvPr/>
          </p:nvSpPr>
          <p:spPr>
            <a:xfrm rot="5400000">
              <a:off x="9255276" y="4028238"/>
              <a:ext cx="147990" cy="75075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8" name="Google Shape;1718;p24"/>
            <p:cNvSpPr/>
            <p:nvPr/>
          </p:nvSpPr>
          <p:spPr>
            <a:xfrm rot="5400000">
              <a:off x="9849037" y="4199618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9" name="Google Shape;1719;p24"/>
            <p:cNvSpPr/>
            <p:nvPr/>
          </p:nvSpPr>
          <p:spPr>
            <a:xfrm rot="5400000">
              <a:off x="9016499" y="4358128"/>
              <a:ext cx="124951" cy="66098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0" name="Google Shape;1720;p24"/>
            <p:cNvSpPr/>
            <p:nvPr/>
          </p:nvSpPr>
          <p:spPr>
            <a:xfrm rot="5400000">
              <a:off x="9979206" y="2492807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1" name="Google Shape;1721;p24"/>
            <p:cNvSpPr/>
            <p:nvPr/>
          </p:nvSpPr>
          <p:spPr>
            <a:xfrm rot="5400000">
              <a:off x="9253994" y="4287329"/>
              <a:ext cx="131153" cy="112612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2" name="Google Shape;1722;p24"/>
            <p:cNvSpPr/>
            <p:nvPr/>
          </p:nvSpPr>
          <p:spPr>
            <a:xfrm rot="5400000">
              <a:off x="9915556" y="591518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3" name="Google Shape;1723;p24"/>
            <p:cNvSpPr/>
            <p:nvPr/>
          </p:nvSpPr>
          <p:spPr>
            <a:xfrm rot="5400000">
              <a:off x="9898383" y="1092238"/>
              <a:ext cx="121406" cy="90579"/>
            </a:xfrm>
            <a:custGeom>
              <a:rect b="b" l="l" r="r" t="t"/>
              <a:pathLst>
                <a:path extrusionOk="0" h="30" w="37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4" name="Google Shape;1724;p24"/>
            <p:cNvSpPr/>
            <p:nvPr/>
          </p:nvSpPr>
          <p:spPr>
            <a:xfrm rot="5400000">
              <a:off x="9893280" y="343683"/>
              <a:ext cx="127608" cy="114243"/>
            </a:xfrm>
            <a:custGeom>
              <a:rect b="b" l="l" r="r" t="t"/>
              <a:pathLst>
                <a:path extrusionOk="0" h="38" w="39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5" name="Google Shape;1725;p24"/>
            <p:cNvSpPr/>
            <p:nvPr/>
          </p:nvSpPr>
          <p:spPr>
            <a:xfrm rot="5400000">
              <a:off x="9903982" y="912529"/>
              <a:ext cx="117860" cy="81603"/>
            </a:xfrm>
            <a:custGeom>
              <a:rect b="b" l="l" r="r" t="t"/>
              <a:pathLst>
                <a:path extrusionOk="0" h="27" w="36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6" name="Google Shape;1726;p24"/>
            <p:cNvSpPr/>
            <p:nvPr/>
          </p:nvSpPr>
          <p:spPr>
            <a:xfrm rot="5400000">
              <a:off x="9557429" y="4556751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7" name="Google Shape;1727;p24"/>
            <p:cNvSpPr/>
            <p:nvPr/>
          </p:nvSpPr>
          <p:spPr>
            <a:xfrm rot="5400000">
              <a:off x="9297930" y="4553921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8" name="Google Shape;1728;p24"/>
            <p:cNvSpPr/>
            <p:nvPr/>
          </p:nvSpPr>
          <p:spPr>
            <a:xfrm rot="5400000">
              <a:off x="8984509" y="4630313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9" name="Google Shape;1729;p24"/>
            <p:cNvSpPr/>
            <p:nvPr/>
          </p:nvSpPr>
          <p:spPr>
            <a:xfrm rot="5400000">
              <a:off x="9646204" y="2560977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0" name="Google Shape;1730;p24"/>
            <p:cNvSpPr/>
            <p:nvPr/>
          </p:nvSpPr>
          <p:spPr>
            <a:xfrm rot="5400000">
              <a:off x="8991853" y="4026140"/>
              <a:ext cx="144445" cy="111796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1" name="Google Shape;1731;p24"/>
            <p:cNvSpPr/>
            <p:nvPr/>
          </p:nvSpPr>
          <p:spPr>
            <a:xfrm rot="5400000">
              <a:off x="9943111" y="2734695"/>
              <a:ext cx="131153" cy="75890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2" name="Google Shape;1732;p24"/>
            <p:cNvSpPr/>
            <p:nvPr/>
          </p:nvSpPr>
          <p:spPr>
            <a:xfrm rot="5400000">
              <a:off x="9569397" y="3991431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3" name="Google Shape;1733;p24"/>
            <p:cNvSpPr/>
            <p:nvPr/>
          </p:nvSpPr>
          <p:spPr>
            <a:xfrm rot="5400000">
              <a:off x="9948867" y="2929604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4" name="Google Shape;1734;p24"/>
            <p:cNvSpPr/>
            <p:nvPr/>
          </p:nvSpPr>
          <p:spPr>
            <a:xfrm rot="5400000">
              <a:off x="9555630" y="3622851"/>
              <a:ext cx="134697" cy="90579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5" name="Google Shape;1735;p24"/>
            <p:cNvSpPr/>
            <p:nvPr/>
          </p:nvSpPr>
          <p:spPr>
            <a:xfrm rot="5400000">
              <a:off x="10226201" y="5658689"/>
              <a:ext cx="6204" cy="65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6" name="Google Shape;1736;p24"/>
            <p:cNvSpPr/>
            <p:nvPr/>
          </p:nvSpPr>
          <p:spPr>
            <a:xfrm rot="5400000">
              <a:off x="9878780" y="5608502"/>
              <a:ext cx="121406" cy="99554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7" name="Google Shape;1737;p24"/>
            <p:cNvSpPr/>
            <p:nvPr/>
          </p:nvSpPr>
          <p:spPr>
            <a:xfrm rot="5400000">
              <a:off x="9872527" y="6008427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8" name="Google Shape;1738;p24"/>
            <p:cNvSpPr/>
            <p:nvPr/>
          </p:nvSpPr>
          <p:spPr>
            <a:xfrm rot="5400000">
              <a:off x="9861305" y="6020348"/>
              <a:ext cx="7089" cy="571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9" name="Google Shape;1739;p24"/>
            <p:cNvSpPr/>
            <p:nvPr/>
          </p:nvSpPr>
          <p:spPr>
            <a:xfrm rot="5400000">
              <a:off x="9877400" y="6710123"/>
              <a:ext cx="131153" cy="96290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0" name="Google Shape;1740;p24"/>
            <p:cNvSpPr/>
            <p:nvPr/>
          </p:nvSpPr>
          <p:spPr>
            <a:xfrm rot="5400000">
              <a:off x="9857813" y="6244300"/>
              <a:ext cx="127608" cy="150965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1" name="Google Shape;1741;p24"/>
            <p:cNvSpPr/>
            <p:nvPr/>
          </p:nvSpPr>
          <p:spPr>
            <a:xfrm rot="5400000">
              <a:off x="9898056" y="164944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2" name="Google Shape;1742;p24"/>
            <p:cNvSpPr/>
            <p:nvPr/>
          </p:nvSpPr>
          <p:spPr>
            <a:xfrm rot="-5400000">
              <a:off x="9047494" y="25343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3" name="Google Shape;1743;p24"/>
            <p:cNvSpPr/>
            <p:nvPr/>
          </p:nvSpPr>
          <p:spPr>
            <a:xfrm rot="-5400000">
              <a:off x="9041061" y="5959475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4" name="Google Shape;1744;p24"/>
            <p:cNvSpPr/>
            <p:nvPr/>
          </p:nvSpPr>
          <p:spPr>
            <a:xfrm rot="-5400000">
              <a:off x="9369636" y="6734906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5" name="Google Shape;1745;p24"/>
            <p:cNvSpPr/>
            <p:nvPr/>
          </p:nvSpPr>
          <p:spPr>
            <a:xfrm rot="-5400000">
              <a:off x="9015171" y="5423320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6" name="Google Shape;1746;p24"/>
            <p:cNvSpPr/>
            <p:nvPr/>
          </p:nvSpPr>
          <p:spPr>
            <a:xfrm rot="-5400000">
              <a:off x="9112023" y="6190092"/>
              <a:ext cx="134697" cy="105266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7" name="Google Shape;1747;p24"/>
            <p:cNvSpPr/>
            <p:nvPr/>
          </p:nvSpPr>
          <p:spPr>
            <a:xfrm rot="-5400000">
              <a:off x="9049177" y="6439520"/>
              <a:ext cx="124063" cy="78339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8" name="Google Shape;1748;p24"/>
            <p:cNvSpPr/>
            <p:nvPr/>
          </p:nvSpPr>
          <p:spPr>
            <a:xfrm rot="-5400000">
              <a:off x="9054656" y="6656884"/>
              <a:ext cx="137356" cy="99554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9" name="Google Shape;1749;p24"/>
            <p:cNvSpPr/>
            <p:nvPr/>
          </p:nvSpPr>
          <p:spPr>
            <a:xfrm rot="-5400000">
              <a:off x="9306387" y="6035932"/>
              <a:ext cx="147990" cy="75075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0" name="Google Shape;1750;p24"/>
            <p:cNvSpPr/>
            <p:nvPr/>
          </p:nvSpPr>
          <p:spPr>
            <a:xfrm rot="-5400000">
              <a:off x="9317942" y="5810600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1" name="Google Shape;1751;p24"/>
            <p:cNvSpPr/>
            <p:nvPr/>
          </p:nvSpPr>
          <p:spPr>
            <a:xfrm rot="-5400000">
              <a:off x="9322395" y="5576069"/>
              <a:ext cx="124951" cy="66098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2" name="Google Shape;1752;p24"/>
            <p:cNvSpPr/>
            <p:nvPr/>
          </p:nvSpPr>
          <p:spPr>
            <a:xfrm rot="-5400000">
              <a:off x="9328994" y="6311083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3" name="Google Shape;1753;p24"/>
            <p:cNvSpPr/>
            <p:nvPr/>
          </p:nvSpPr>
          <p:spPr>
            <a:xfrm rot="-5400000">
              <a:off x="9342551" y="6561530"/>
              <a:ext cx="131153" cy="112612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4" name="Google Shape;1754;p24"/>
            <p:cNvSpPr/>
            <p:nvPr/>
          </p:nvSpPr>
          <p:spPr>
            <a:xfrm rot="-5400000">
              <a:off x="9621197" y="6049694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5" name="Google Shape;1755;p24"/>
            <p:cNvSpPr/>
            <p:nvPr/>
          </p:nvSpPr>
          <p:spPr>
            <a:xfrm rot="-5400000">
              <a:off x="9608142" y="5542560"/>
              <a:ext cx="121406" cy="90579"/>
            </a:xfrm>
            <a:custGeom>
              <a:rect b="b" l="l" r="r" t="t"/>
              <a:pathLst>
                <a:path extrusionOk="0" h="30" w="37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6" name="Google Shape;1756;p24"/>
            <p:cNvSpPr/>
            <p:nvPr/>
          </p:nvSpPr>
          <p:spPr>
            <a:xfrm rot="-5400000">
              <a:off x="9621887" y="6376576"/>
              <a:ext cx="127608" cy="114243"/>
            </a:xfrm>
            <a:custGeom>
              <a:rect b="b" l="l" r="r" t="t"/>
              <a:pathLst>
                <a:path extrusionOk="0" h="38" w="39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7" name="Google Shape;1757;p24"/>
            <p:cNvSpPr/>
            <p:nvPr/>
          </p:nvSpPr>
          <p:spPr>
            <a:xfrm rot="-5400000">
              <a:off x="9620933" y="5840370"/>
              <a:ext cx="117860" cy="81603"/>
            </a:xfrm>
            <a:custGeom>
              <a:rect b="b" l="l" r="r" t="t"/>
              <a:pathLst>
                <a:path extrusionOk="0" h="27" w="36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8" name="Google Shape;1758;p24"/>
            <p:cNvSpPr/>
            <p:nvPr/>
          </p:nvSpPr>
          <p:spPr>
            <a:xfrm rot="-5400000">
              <a:off x="9013918" y="1363185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9" name="Google Shape;1759;p24"/>
            <p:cNvSpPr/>
            <p:nvPr/>
          </p:nvSpPr>
          <p:spPr>
            <a:xfrm rot="-5400000">
              <a:off x="9036381" y="682528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0" name="Google Shape;1760;p24"/>
            <p:cNvSpPr/>
            <p:nvPr/>
          </p:nvSpPr>
          <p:spPr>
            <a:xfrm rot="-5400000">
              <a:off x="9036381" y="47500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1" name="Google Shape;1761;p24"/>
            <p:cNvSpPr/>
            <p:nvPr/>
          </p:nvSpPr>
          <p:spPr>
            <a:xfrm rot="-5400000">
              <a:off x="9015571" y="1179932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2" name="Google Shape;1762;p24"/>
            <p:cNvSpPr/>
            <p:nvPr/>
          </p:nvSpPr>
          <p:spPr>
            <a:xfrm rot="-5400000">
              <a:off x="9066574" y="89255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3" name="Google Shape;1763;p24"/>
            <p:cNvSpPr/>
            <p:nvPr/>
          </p:nvSpPr>
          <p:spPr>
            <a:xfrm rot="-5400000">
              <a:off x="9319251" y="1347539"/>
              <a:ext cx="131153" cy="111796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4" name="Google Shape;1764;p24"/>
            <p:cNvSpPr/>
            <p:nvPr/>
          </p:nvSpPr>
          <p:spPr>
            <a:xfrm rot="-5400000">
              <a:off x="9319134" y="1065294"/>
              <a:ext cx="144445" cy="111796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5" name="Google Shape;1765;p24"/>
            <p:cNvSpPr/>
            <p:nvPr/>
          </p:nvSpPr>
          <p:spPr>
            <a:xfrm rot="-5400000">
              <a:off x="9368213" y="509456"/>
              <a:ext cx="131153" cy="75890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6" name="Google Shape;1766;p24"/>
            <p:cNvSpPr/>
            <p:nvPr/>
          </p:nvSpPr>
          <p:spPr>
            <a:xfrm rot="-5400000">
              <a:off x="9345118" y="723179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7" name="Google Shape;1767;p24"/>
            <p:cNvSpPr/>
            <p:nvPr/>
          </p:nvSpPr>
          <p:spPr>
            <a:xfrm rot="-5400000">
              <a:off x="9333158" y="216124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8" name="Google Shape;1768;p24"/>
            <p:cNvSpPr/>
            <p:nvPr/>
          </p:nvSpPr>
          <p:spPr>
            <a:xfrm rot="-5400000">
              <a:off x="9336772" y="52638"/>
              <a:ext cx="134697" cy="90579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9" name="Google Shape;1769;p24"/>
            <p:cNvSpPr/>
            <p:nvPr/>
          </p:nvSpPr>
          <p:spPr>
            <a:xfrm rot="-5400000">
              <a:off x="9401716" y="1121475"/>
              <a:ext cx="6204" cy="65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0" name="Google Shape;1770;p24"/>
            <p:cNvSpPr/>
            <p:nvPr/>
          </p:nvSpPr>
          <p:spPr>
            <a:xfrm rot="-5400000">
              <a:off x="9629564" y="1320833"/>
              <a:ext cx="138242" cy="102819"/>
            </a:xfrm>
            <a:custGeom>
              <a:rect b="b" l="l" r="r" t="t"/>
              <a:pathLst>
                <a:path extrusionOk="0" h="34" w="42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1" name="Google Shape;1771;p24"/>
            <p:cNvSpPr/>
            <p:nvPr/>
          </p:nvSpPr>
          <p:spPr>
            <a:xfrm rot="-5400000">
              <a:off x="9638877" y="1113604"/>
              <a:ext cx="121406" cy="99554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2" name="Google Shape;1772;p24"/>
            <p:cNvSpPr/>
            <p:nvPr/>
          </p:nvSpPr>
          <p:spPr>
            <a:xfrm rot="-5400000">
              <a:off x="9655163" y="755014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3" name="Google Shape;1773;p24"/>
            <p:cNvSpPr/>
            <p:nvPr/>
          </p:nvSpPr>
          <p:spPr>
            <a:xfrm rot="-5400000">
              <a:off x="9737166" y="808442"/>
              <a:ext cx="7089" cy="571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4" name="Google Shape;1774;p24"/>
            <p:cNvSpPr/>
            <p:nvPr/>
          </p:nvSpPr>
          <p:spPr>
            <a:xfrm rot="-5400000">
              <a:off x="9627996" y="70124"/>
              <a:ext cx="131153" cy="96290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5" name="Google Shape;1775;p24"/>
            <p:cNvSpPr/>
            <p:nvPr/>
          </p:nvSpPr>
          <p:spPr>
            <a:xfrm rot="-5400000">
              <a:off x="9648876" y="486555"/>
              <a:ext cx="127608" cy="150965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6" name="Google Shape;1776;p24"/>
            <p:cNvSpPr/>
            <p:nvPr/>
          </p:nvSpPr>
          <p:spPr>
            <a:xfrm rot="-5400000">
              <a:off x="9582585" y="6646811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7" name="Google Shape;1777;p24"/>
            <p:cNvSpPr/>
            <p:nvPr/>
          </p:nvSpPr>
          <p:spPr>
            <a:xfrm rot="5400000">
              <a:off x="9892103" y="542898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8" name="Google Shape;1778;p24"/>
            <p:cNvSpPr/>
            <p:nvPr/>
          </p:nvSpPr>
          <p:spPr>
            <a:xfrm rot="5400000">
              <a:off x="9890868" y="647494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9" name="Google Shape;1779;p24"/>
            <p:cNvSpPr/>
            <p:nvPr/>
          </p:nvSpPr>
          <p:spPr>
            <a:xfrm rot="5400000">
              <a:off x="8986323" y="3789134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0" name="Google Shape;1780;p24"/>
            <p:cNvSpPr/>
            <p:nvPr/>
          </p:nvSpPr>
          <p:spPr>
            <a:xfrm rot="-5400000">
              <a:off x="9601748" y="4818694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1" name="Google Shape;1781;p24"/>
            <p:cNvSpPr/>
            <p:nvPr/>
          </p:nvSpPr>
          <p:spPr>
            <a:xfrm rot="-5400000">
              <a:off x="9067343" y="2873840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2" name="Google Shape;1782;p24"/>
            <p:cNvSpPr/>
            <p:nvPr/>
          </p:nvSpPr>
          <p:spPr>
            <a:xfrm rot="-5400000">
              <a:off x="9905212" y="1362789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3" name="Google Shape;1783;p24"/>
            <p:cNvSpPr/>
            <p:nvPr/>
          </p:nvSpPr>
          <p:spPr>
            <a:xfrm rot="-5400000">
              <a:off x="9032577" y="259413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4" name="Google Shape;1784;p24"/>
            <p:cNvSpPr/>
            <p:nvPr/>
          </p:nvSpPr>
          <p:spPr>
            <a:xfrm rot="5400000">
              <a:off x="9282239" y="4844924"/>
              <a:ext cx="143559" cy="75075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5" name="Google Shape;1785;p24"/>
            <p:cNvSpPr/>
            <p:nvPr/>
          </p:nvSpPr>
          <p:spPr>
            <a:xfrm rot="5400000">
              <a:off x="9715164" y="2866487"/>
              <a:ext cx="115202" cy="90579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6" name="Google Shape;1786;p24"/>
            <p:cNvSpPr/>
            <p:nvPr/>
          </p:nvSpPr>
          <p:spPr>
            <a:xfrm rot="5400000">
              <a:off x="9886842" y="4423779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7" name="Google Shape;1787;p24"/>
            <p:cNvSpPr/>
            <p:nvPr/>
          </p:nvSpPr>
          <p:spPr>
            <a:xfrm rot="5400000">
              <a:off x="9345923" y="2688038"/>
              <a:ext cx="147990" cy="75075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8" name="Google Shape;1788;p24"/>
            <p:cNvSpPr/>
            <p:nvPr/>
          </p:nvSpPr>
          <p:spPr>
            <a:xfrm rot="5400000">
              <a:off x="9864193" y="5853929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9" name="Google Shape;1789;p24"/>
            <p:cNvSpPr/>
            <p:nvPr/>
          </p:nvSpPr>
          <p:spPr>
            <a:xfrm rot="5400000">
              <a:off x="9278440" y="5118526"/>
              <a:ext cx="124951" cy="66098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0" name="Google Shape;1790;p24"/>
            <p:cNvSpPr/>
            <p:nvPr/>
          </p:nvSpPr>
          <p:spPr>
            <a:xfrm rot="5400000">
              <a:off x="9908610" y="5224928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1" name="Google Shape;1791;p24"/>
            <p:cNvSpPr/>
            <p:nvPr/>
          </p:nvSpPr>
          <p:spPr>
            <a:xfrm rot="5400000">
              <a:off x="9609191" y="4963353"/>
              <a:ext cx="131153" cy="112612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2" name="Google Shape;1792;p24"/>
            <p:cNvSpPr/>
            <p:nvPr/>
          </p:nvSpPr>
          <p:spPr>
            <a:xfrm rot="5400000">
              <a:off x="9951948" y="2163287"/>
              <a:ext cx="134697" cy="97107"/>
            </a:xfrm>
            <a:custGeom>
              <a:rect b="b" l="l" r="r" t="t"/>
              <a:pathLst>
                <a:path extrusionOk="0" h="32" w="41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3" name="Google Shape;1793;p24"/>
            <p:cNvSpPr/>
            <p:nvPr/>
          </p:nvSpPr>
          <p:spPr>
            <a:xfrm rot="5400000">
              <a:off x="9551489" y="4289932"/>
              <a:ext cx="121406" cy="90579"/>
            </a:xfrm>
            <a:custGeom>
              <a:rect b="b" l="l" r="r" t="t"/>
              <a:pathLst>
                <a:path extrusionOk="0" h="30" w="37">
                  <a:moveTo>
                    <a:pt x="26" y="1"/>
                  </a:moveTo>
                  <a:cubicBezTo>
                    <a:pt x="35" y="0"/>
                    <a:pt x="37" y="13"/>
                    <a:pt x="35" y="21"/>
                  </a:cubicBezTo>
                  <a:cubicBezTo>
                    <a:pt x="14" y="30"/>
                    <a:pt x="0" y="8"/>
                    <a:pt x="26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4" name="Google Shape;1794;p24"/>
            <p:cNvSpPr/>
            <p:nvPr/>
          </p:nvSpPr>
          <p:spPr>
            <a:xfrm rot="5400000">
              <a:off x="9929672" y="1915452"/>
              <a:ext cx="127608" cy="114243"/>
            </a:xfrm>
            <a:custGeom>
              <a:rect b="b" l="l" r="r" t="t"/>
              <a:pathLst>
                <a:path extrusionOk="0" h="38" w="39">
                  <a:moveTo>
                    <a:pt x="21" y="1"/>
                  </a:moveTo>
                  <a:cubicBezTo>
                    <a:pt x="35" y="0"/>
                    <a:pt x="38" y="8"/>
                    <a:pt x="39" y="18"/>
                  </a:cubicBezTo>
                  <a:cubicBezTo>
                    <a:pt x="25" y="38"/>
                    <a:pt x="0" y="13"/>
                    <a:pt x="2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5" name="Google Shape;1795;p24"/>
            <p:cNvSpPr/>
            <p:nvPr/>
          </p:nvSpPr>
          <p:spPr>
            <a:xfrm rot="5400000">
              <a:off x="9856864" y="3877242"/>
              <a:ext cx="117860" cy="81603"/>
            </a:xfrm>
            <a:custGeom>
              <a:rect b="b" l="l" r="r" t="t"/>
              <a:pathLst>
                <a:path extrusionOk="0" h="27" w="36">
                  <a:moveTo>
                    <a:pt x="19" y="1"/>
                  </a:moveTo>
                  <a:cubicBezTo>
                    <a:pt x="31" y="1"/>
                    <a:pt x="36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6" name="Google Shape;1796;p24"/>
            <p:cNvSpPr/>
            <p:nvPr/>
          </p:nvSpPr>
          <p:spPr>
            <a:xfrm rot="5400000">
              <a:off x="9923446" y="1615725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7" name="Google Shape;1797;p24"/>
            <p:cNvSpPr/>
            <p:nvPr/>
          </p:nvSpPr>
          <p:spPr>
            <a:xfrm rot="-5400000">
              <a:off x="9083886" y="1597112"/>
              <a:ext cx="131153" cy="88130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8" name="Google Shape;1798;p24"/>
            <p:cNvSpPr/>
            <p:nvPr/>
          </p:nvSpPr>
          <p:spPr>
            <a:xfrm rot="-5400000">
              <a:off x="9034584" y="5202118"/>
              <a:ext cx="134697" cy="84051"/>
            </a:xfrm>
            <a:custGeom>
              <a:rect b="b" l="l" r="r" t="t"/>
              <a:pathLst>
                <a:path extrusionOk="0" h="28" w="41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9" name="Google Shape;1799;p24"/>
            <p:cNvSpPr/>
            <p:nvPr/>
          </p:nvSpPr>
          <p:spPr>
            <a:xfrm rot="-5400000">
              <a:off x="9036381" y="2387100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0" name="Google Shape;1800;p24"/>
            <p:cNvSpPr/>
            <p:nvPr/>
          </p:nvSpPr>
          <p:spPr>
            <a:xfrm rot="-5400000">
              <a:off x="9036381" y="2131480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1" name="Google Shape;1801;p24"/>
            <p:cNvSpPr/>
            <p:nvPr/>
          </p:nvSpPr>
          <p:spPr>
            <a:xfrm rot="-5400000">
              <a:off x="9016200" y="4946730"/>
              <a:ext cx="144445" cy="97107"/>
            </a:xfrm>
            <a:custGeom>
              <a:rect b="b" l="l" r="r" t="t"/>
              <a:pathLst>
                <a:path extrusionOk="0" h="32" w="44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2" name="Google Shape;1802;p24"/>
            <p:cNvSpPr/>
            <p:nvPr/>
          </p:nvSpPr>
          <p:spPr>
            <a:xfrm rot="-5400000">
              <a:off x="9054033" y="2727219"/>
              <a:ext cx="144445" cy="102819"/>
            </a:xfrm>
            <a:custGeom>
              <a:rect b="b" l="l" r="r" t="t"/>
              <a:pathLst>
                <a:path extrusionOk="0" h="34" w="4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3" name="Google Shape;1803;p24"/>
            <p:cNvSpPr/>
            <p:nvPr/>
          </p:nvSpPr>
          <p:spPr>
            <a:xfrm rot="-5400000">
              <a:off x="9614286" y="5169064"/>
              <a:ext cx="131153" cy="111796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4" name="Google Shape;1804;p24"/>
            <p:cNvSpPr/>
            <p:nvPr/>
          </p:nvSpPr>
          <p:spPr>
            <a:xfrm rot="-5400000">
              <a:off x="9929703" y="16325"/>
              <a:ext cx="144445" cy="111796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5" name="Google Shape;1805;p24"/>
            <p:cNvSpPr/>
            <p:nvPr/>
          </p:nvSpPr>
          <p:spPr>
            <a:xfrm rot="-5400000">
              <a:off x="9343734" y="2153904"/>
              <a:ext cx="131153" cy="75890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6" name="Google Shape;1806;p24"/>
            <p:cNvSpPr/>
            <p:nvPr/>
          </p:nvSpPr>
          <p:spPr>
            <a:xfrm rot="-5400000">
              <a:off x="9335519" y="2345568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7" name="Google Shape;1807;p24"/>
            <p:cNvSpPr/>
            <p:nvPr/>
          </p:nvSpPr>
          <p:spPr>
            <a:xfrm rot="-5400000">
              <a:off x="9356115" y="1931174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8" name="Google Shape;1808;p24"/>
            <p:cNvSpPr/>
            <p:nvPr/>
          </p:nvSpPr>
          <p:spPr>
            <a:xfrm rot="-5400000">
              <a:off x="9373164" y="1624407"/>
              <a:ext cx="134697" cy="90579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9" name="Google Shape;1809;p24"/>
            <p:cNvSpPr/>
            <p:nvPr/>
          </p:nvSpPr>
          <p:spPr>
            <a:xfrm rot="-5400000">
              <a:off x="9438108" y="2693244"/>
              <a:ext cx="6204" cy="65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0" name="Google Shape;1810;p24"/>
            <p:cNvSpPr/>
            <p:nvPr/>
          </p:nvSpPr>
          <p:spPr>
            <a:xfrm rot="-5400000">
              <a:off x="9937042" y="5049293"/>
              <a:ext cx="138242" cy="102819"/>
            </a:xfrm>
            <a:custGeom>
              <a:rect b="b" l="l" r="r" t="t"/>
              <a:pathLst>
                <a:path extrusionOk="0" h="34" w="42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1" name="Google Shape;1811;p24"/>
            <p:cNvSpPr/>
            <p:nvPr/>
          </p:nvSpPr>
          <p:spPr>
            <a:xfrm rot="-5400000">
              <a:off x="9639676" y="5302898"/>
              <a:ext cx="121406" cy="99554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2" name="Google Shape;1812;p24"/>
            <p:cNvSpPr/>
            <p:nvPr/>
          </p:nvSpPr>
          <p:spPr>
            <a:xfrm rot="-5400000">
              <a:off x="9691555" y="2326783"/>
              <a:ext cx="140901" cy="102819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3" name="Google Shape;1813;p24"/>
            <p:cNvSpPr/>
            <p:nvPr/>
          </p:nvSpPr>
          <p:spPr>
            <a:xfrm rot="-5400000">
              <a:off x="9773558" y="2380211"/>
              <a:ext cx="7089" cy="571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4" name="Google Shape;1814;p24"/>
            <p:cNvSpPr/>
            <p:nvPr/>
          </p:nvSpPr>
          <p:spPr>
            <a:xfrm rot="-5400000">
              <a:off x="9664388" y="1641893"/>
              <a:ext cx="131153" cy="96290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5" name="Google Shape;1815;p24"/>
            <p:cNvSpPr/>
            <p:nvPr/>
          </p:nvSpPr>
          <p:spPr>
            <a:xfrm rot="-5400000">
              <a:off x="9646792" y="1980827"/>
              <a:ext cx="127608" cy="150965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6" name="Google Shape;1816;p24"/>
            <p:cNvSpPr/>
            <p:nvPr/>
          </p:nvSpPr>
          <p:spPr>
            <a:xfrm rot="5400000">
              <a:off x="9274146" y="5296283"/>
              <a:ext cx="144445" cy="78339"/>
            </a:xfrm>
            <a:custGeom>
              <a:rect b="b" l="l" r="r" t="t"/>
              <a:pathLst>
                <a:path extrusionOk="0" h="26" w="44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7" name="Google Shape;1817;p24"/>
            <p:cNvSpPr/>
            <p:nvPr/>
          </p:nvSpPr>
          <p:spPr>
            <a:xfrm rot="-5400000">
              <a:off x="9389090" y="2938560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8" name="Google Shape;1818;p24"/>
            <p:cNvSpPr/>
            <p:nvPr/>
          </p:nvSpPr>
          <p:spPr>
            <a:xfrm rot="-5400000">
              <a:off x="9068969" y="1831182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9" name="Google Shape;1819;p24"/>
            <p:cNvSpPr/>
            <p:nvPr/>
          </p:nvSpPr>
          <p:spPr>
            <a:xfrm rot="5400000">
              <a:off x="9634612" y="267742"/>
              <a:ext cx="124063" cy="69362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0" name="Google Shape;1820;p24"/>
            <p:cNvSpPr/>
            <p:nvPr/>
          </p:nvSpPr>
          <p:spPr>
            <a:xfrm rot="5400000">
              <a:off x="9564508" y="938073"/>
              <a:ext cx="137356" cy="120771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1" name="Google Shape;1821;p24"/>
            <p:cNvSpPr/>
            <p:nvPr/>
          </p:nvSpPr>
          <p:spPr>
            <a:xfrm rot="5400000">
              <a:off x="9040577" y="5652643"/>
              <a:ext cx="127608" cy="79154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2" name="Google Shape;1822;p24"/>
            <p:cNvSpPr/>
            <p:nvPr/>
          </p:nvSpPr>
          <p:spPr>
            <a:xfrm rot="-5400000">
              <a:off x="9646792" y="1839756"/>
              <a:ext cx="127608" cy="97107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rgbClr val="C8CFD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823" name="Google Shape;18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9578" y="3101684"/>
            <a:ext cx="3157898" cy="6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Computer script on a screen" id="1829" name="Google Shape;1829;p25"/>
          <p:cNvPicPr preferRelativeResize="0"/>
          <p:nvPr/>
        </p:nvPicPr>
        <p:blipFill rotWithShape="1">
          <a:blip r:embed="rId3">
            <a:alphaModFix/>
          </a:blip>
          <a:srcRect b="8713" l="0" r="0" t="7017"/>
          <a:stretch/>
        </p:blipFill>
        <p:spPr>
          <a:xfrm>
            <a:off x="20" y="10"/>
            <a:ext cx="1219196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25"/>
          <p:cNvSpPr/>
          <p:nvPr/>
        </p:nvSpPr>
        <p:spPr>
          <a:xfrm>
            <a:off x="3489175" y="2279176"/>
            <a:ext cx="5199894" cy="25856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31" name="Google Shape;1831;p25"/>
          <p:cNvSpPr txBox="1"/>
          <p:nvPr>
            <p:ph type="ctrTitle"/>
          </p:nvPr>
        </p:nvSpPr>
        <p:spPr>
          <a:xfrm>
            <a:off x="3785812" y="2522070"/>
            <a:ext cx="4606621" cy="15330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None/>
            </a:pP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How to upload </a:t>
            </a:r>
            <a:r>
              <a:rPr b="1" lang="en-US" sz="3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Google colab file </a:t>
            </a:r>
            <a:r>
              <a:rPr b="1" lang="en-US" sz="3400"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US" sz="3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Git-Hub Repository</a:t>
            </a:r>
            <a:endParaRPr/>
          </a:p>
        </p:txBody>
      </p:sp>
      <p:sp>
        <p:nvSpPr>
          <p:cNvPr id="1832" name="Google Shape;1832;p25"/>
          <p:cNvSpPr txBox="1"/>
          <p:nvPr>
            <p:ph idx="1" type="subTitle"/>
          </p:nvPr>
        </p:nvSpPr>
        <p:spPr>
          <a:xfrm>
            <a:off x="3848670" y="4155083"/>
            <a:ext cx="4490112" cy="553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/>
              <a:t>GUVI-IITM MASTER SCIENCE PROGRAM</a:t>
            </a:r>
            <a:endParaRPr/>
          </a:p>
        </p:txBody>
      </p:sp>
      <p:grpSp>
        <p:nvGrpSpPr>
          <p:cNvPr id="1833" name="Google Shape;1833;p25"/>
          <p:cNvGrpSpPr/>
          <p:nvPr/>
        </p:nvGrpSpPr>
        <p:grpSpPr>
          <a:xfrm>
            <a:off x="23552" y="3022005"/>
            <a:ext cx="12161561" cy="1033163"/>
            <a:chOff x="23552" y="3022005"/>
            <a:chExt cx="12161561" cy="1033163"/>
          </a:xfrm>
        </p:grpSpPr>
        <p:sp>
          <p:nvSpPr>
            <p:cNvPr id="1834" name="Google Shape;1834;p25"/>
            <p:cNvSpPr/>
            <p:nvPr/>
          </p:nvSpPr>
          <p:spPr>
            <a:xfrm>
              <a:off x="8933426" y="3820899"/>
              <a:ext cx="146874" cy="103369"/>
            </a:xfrm>
            <a:custGeom>
              <a:rect b="b" l="l" r="r" t="t"/>
              <a:pathLst>
                <a:path extrusionOk="0" h="29" w="38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5" name="Google Shape;1835;p25"/>
            <p:cNvSpPr/>
            <p:nvPr/>
          </p:nvSpPr>
          <p:spPr>
            <a:xfrm>
              <a:off x="9012632" y="3146103"/>
              <a:ext cx="143728" cy="146842"/>
            </a:xfrm>
            <a:custGeom>
              <a:rect b="b" l="l" r="r" t="t"/>
              <a:pathLst>
                <a:path extrusionOk="0" h="41" w="37">
                  <a:moveTo>
                    <a:pt x="24" y="4"/>
                  </a:moveTo>
                  <a:cubicBezTo>
                    <a:pt x="37" y="1"/>
                    <a:pt x="28" y="18"/>
                    <a:pt x="29" y="26"/>
                  </a:cubicBezTo>
                  <a:cubicBezTo>
                    <a:pt x="8" y="41"/>
                    <a:pt x="0" y="0"/>
                    <a:pt x="24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6" name="Google Shape;1836;p25"/>
            <p:cNvSpPr/>
            <p:nvPr/>
          </p:nvSpPr>
          <p:spPr>
            <a:xfrm>
              <a:off x="8758308" y="3186235"/>
              <a:ext cx="143728" cy="93707"/>
            </a:xfrm>
            <a:custGeom>
              <a:rect b="b" l="l" r="r" t="t"/>
              <a:pathLst>
                <a:path extrusionOk="0" h="26" w="37">
                  <a:moveTo>
                    <a:pt x="19" y="0"/>
                  </a:moveTo>
                  <a:cubicBezTo>
                    <a:pt x="31" y="1"/>
                    <a:pt x="37" y="23"/>
                    <a:pt x="22" y="26"/>
                  </a:cubicBezTo>
                  <a:cubicBezTo>
                    <a:pt x="2" y="26"/>
                    <a:pt x="0" y="0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7" name="Google Shape;1837;p25"/>
            <p:cNvSpPr/>
            <p:nvPr/>
          </p:nvSpPr>
          <p:spPr>
            <a:xfrm>
              <a:off x="10519141" y="3199239"/>
              <a:ext cx="155267" cy="132351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36" y="0"/>
                    <a:pt x="40" y="8"/>
                    <a:pt x="40" y="18"/>
                  </a:cubicBezTo>
                  <a:cubicBezTo>
                    <a:pt x="27" y="37"/>
                    <a:pt x="0" y="14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8" name="Google Shape;1838;p25"/>
            <p:cNvSpPr/>
            <p:nvPr/>
          </p:nvSpPr>
          <p:spPr>
            <a:xfrm>
              <a:off x="9579147" y="3203103"/>
              <a:ext cx="186739" cy="140079"/>
            </a:xfrm>
            <a:custGeom>
              <a:rect b="b" l="l" r="r" t="t"/>
              <a:pathLst>
                <a:path extrusionOk="0" h="39" w="48">
                  <a:moveTo>
                    <a:pt x="28" y="1"/>
                  </a:moveTo>
                  <a:cubicBezTo>
                    <a:pt x="39" y="0"/>
                    <a:pt x="43" y="5"/>
                    <a:pt x="46" y="11"/>
                  </a:cubicBezTo>
                  <a:cubicBezTo>
                    <a:pt x="48" y="39"/>
                    <a:pt x="0" y="17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9" name="Google Shape;1839;p25"/>
            <p:cNvSpPr/>
            <p:nvPr/>
          </p:nvSpPr>
          <p:spPr>
            <a:xfrm>
              <a:off x="10845413" y="3206968"/>
              <a:ext cx="171003" cy="132351"/>
            </a:xfrm>
            <a:custGeom>
              <a:rect b="b" l="l" r="r" t="t"/>
              <a:pathLst>
                <a:path extrusionOk="0" h="37" w="44">
                  <a:moveTo>
                    <a:pt x="29" y="0"/>
                  </a:moveTo>
                  <a:cubicBezTo>
                    <a:pt x="36" y="2"/>
                    <a:pt x="44" y="12"/>
                    <a:pt x="42" y="21"/>
                  </a:cubicBezTo>
                  <a:cubicBezTo>
                    <a:pt x="25" y="37"/>
                    <a:pt x="0" y="7"/>
                    <a:pt x="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0" name="Google Shape;1840;p25"/>
            <p:cNvSpPr/>
            <p:nvPr/>
          </p:nvSpPr>
          <p:spPr>
            <a:xfrm>
              <a:off x="11532571" y="3278457"/>
              <a:ext cx="155267" cy="89843"/>
            </a:xfrm>
            <a:custGeom>
              <a:rect b="b" l="l" r="r" t="t"/>
              <a:pathLst>
                <a:path extrusionOk="0" h="25" w="40">
                  <a:moveTo>
                    <a:pt x="18" y="0"/>
                  </a:moveTo>
                  <a:cubicBezTo>
                    <a:pt x="40" y="9"/>
                    <a:pt x="26" y="25"/>
                    <a:pt x="7" y="21"/>
                  </a:cubicBezTo>
                  <a:cubicBezTo>
                    <a:pt x="0" y="11"/>
                    <a:pt x="5" y="0"/>
                    <a:pt x="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1" name="Google Shape;1841;p25"/>
            <p:cNvSpPr/>
            <p:nvPr/>
          </p:nvSpPr>
          <p:spPr>
            <a:xfrm>
              <a:off x="10224344" y="3213730"/>
              <a:ext cx="155267" cy="107233"/>
            </a:xfrm>
            <a:custGeom>
              <a:rect b="b" l="l" r="r" t="t"/>
              <a:pathLst>
                <a:path extrusionOk="0" h="30" w="40">
                  <a:moveTo>
                    <a:pt x="22" y="0"/>
                  </a:moveTo>
                  <a:cubicBezTo>
                    <a:pt x="39" y="3"/>
                    <a:pt x="40" y="30"/>
                    <a:pt x="16" y="26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2" name="Google Shape;1842;p25"/>
            <p:cNvSpPr/>
            <p:nvPr/>
          </p:nvSpPr>
          <p:spPr>
            <a:xfrm>
              <a:off x="9955774" y="3217593"/>
              <a:ext cx="155267" cy="107233"/>
            </a:xfrm>
            <a:custGeom>
              <a:rect b="b" l="l" r="r" t="t"/>
              <a:pathLst>
                <a:path extrusionOk="0" h="30" w="40">
                  <a:moveTo>
                    <a:pt x="22" y="0"/>
                  </a:moveTo>
                  <a:cubicBezTo>
                    <a:pt x="40" y="1"/>
                    <a:pt x="40" y="30"/>
                    <a:pt x="17" y="26"/>
                  </a:cubicBezTo>
                  <a:cubicBezTo>
                    <a:pt x="0" y="7"/>
                    <a:pt x="15" y="5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3" name="Google Shape;1843;p25"/>
            <p:cNvSpPr/>
            <p:nvPr/>
          </p:nvSpPr>
          <p:spPr>
            <a:xfrm>
              <a:off x="9366180" y="3221457"/>
              <a:ext cx="143728" cy="99505"/>
            </a:xfrm>
            <a:custGeom>
              <a:rect b="b" l="l" r="r" t="t"/>
              <a:pathLst>
                <a:path extrusionOk="0" h="28" w="37">
                  <a:moveTo>
                    <a:pt x="13" y="2"/>
                  </a:moveTo>
                  <a:cubicBezTo>
                    <a:pt x="23" y="0"/>
                    <a:pt x="25" y="4"/>
                    <a:pt x="29" y="9"/>
                  </a:cubicBezTo>
                  <a:cubicBezTo>
                    <a:pt x="37" y="19"/>
                    <a:pt x="25" y="25"/>
                    <a:pt x="14" y="28"/>
                  </a:cubicBezTo>
                  <a:cubicBezTo>
                    <a:pt x="4" y="21"/>
                    <a:pt x="0" y="7"/>
                    <a:pt x="13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4" name="Google Shape;1844;p25"/>
            <p:cNvSpPr/>
            <p:nvPr/>
          </p:nvSpPr>
          <p:spPr>
            <a:xfrm>
              <a:off x="11249313" y="3228221"/>
              <a:ext cx="162611" cy="142976"/>
            </a:xfrm>
            <a:custGeom>
              <a:rect b="b" l="l" r="r" t="t"/>
              <a:pathLst>
                <a:path extrusionOk="0" h="40" w="42">
                  <a:moveTo>
                    <a:pt x="19" y="0"/>
                  </a:moveTo>
                  <a:cubicBezTo>
                    <a:pt x="42" y="10"/>
                    <a:pt x="20" y="40"/>
                    <a:pt x="4" y="19"/>
                  </a:cubicBezTo>
                  <a:cubicBezTo>
                    <a:pt x="0" y="6"/>
                    <a:pt x="8" y="1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5" name="Google Shape;1845;p25"/>
            <p:cNvSpPr/>
            <p:nvPr/>
          </p:nvSpPr>
          <p:spPr>
            <a:xfrm>
              <a:off x="11769669" y="3263964"/>
              <a:ext cx="151070" cy="114961"/>
            </a:xfrm>
            <a:custGeom>
              <a:rect b="b" l="l" r="r" t="t"/>
              <a:pathLst>
                <a:path extrusionOk="0" h="32" w="39">
                  <a:moveTo>
                    <a:pt x="21" y="0"/>
                  </a:moveTo>
                  <a:cubicBezTo>
                    <a:pt x="39" y="2"/>
                    <a:pt x="32" y="32"/>
                    <a:pt x="13" y="20"/>
                  </a:cubicBezTo>
                  <a:cubicBezTo>
                    <a:pt x="3" y="23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6" name="Google Shape;1846;p25"/>
            <p:cNvSpPr/>
            <p:nvPr/>
          </p:nvSpPr>
          <p:spPr>
            <a:xfrm>
              <a:off x="12025650" y="3278455"/>
              <a:ext cx="159463" cy="107233"/>
            </a:xfrm>
            <a:custGeom>
              <a:rect b="b" l="l" r="r" t="t"/>
              <a:pathLst>
                <a:path extrusionOk="0" h="30" w="41">
                  <a:moveTo>
                    <a:pt x="27" y="0"/>
                  </a:moveTo>
                  <a:cubicBezTo>
                    <a:pt x="35" y="0"/>
                    <a:pt x="40" y="11"/>
                    <a:pt x="41" y="19"/>
                  </a:cubicBezTo>
                  <a:cubicBezTo>
                    <a:pt x="21" y="30"/>
                    <a:pt x="0" y="10"/>
                    <a:pt x="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7" name="Google Shape;1847;p25"/>
            <p:cNvSpPr/>
            <p:nvPr/>
          </p:nvSpPr>
          <p:spPr>
            <a:xfrm>
              <a:off x="10923043" y="3285217"/>
              <a:ext cx="7345" cy="7727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1" y="1"/>
                    <a:pt x="2" y="2"/>
                  </a:cubicBezTo>
                  <a:cubicBezTo>
                    <a:pt x="1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8" name="Google Shape;1848;p25"/>
            <p:cNvSpPr/>
            <p:nvPr/>
          </p:nvSpPr>
          <p:spPr>
            <a:xfrm>
              <a:off x="10550139" y="3580387"/>
              <a:ext cx="163660" cy="121724"/>
            </a:xfrm>
            <a:custGeom>
              <a:rect b="b" l="l" r="r" t="t"/>
              <a:pathLst>
                <a:path extrusionOk="0" h="34" w="42">
                  <a:moveTo>
                    <a:pt x="29" y="1"/>
                  </a:moveTo>
                  <a:cubicBezTo>
                    <a:pt x="38" y="0"/>
                    <a:pt x="42" y="12"/>
                    <a:pt x="40" y="20"/>
                  </a:cubicBezTo>
                  <a:cubicBezTo>
                    <a:pt x="22" y="34"/>
                    <a:pt x="0" y="9"/>
                    <a:pt x="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9" name="Google Shape;1849;p25"/>
            <p:cNvSpPr/>
            <p:nvPr/>
          </p:nvSpPr>
          <p:spPr>
            <a:xfrm>
              <a:off x="9815064" y="3539291"/>
              <a:ext cx="225557" cy="143944"/>
            </a:xfrm>
            <a:custGeom>
              <a:rect b="b" l="l" r="r" t="t"/>
              <a:pathLst>
                <a:path extrusionOk="0" h="40" w="58">
                  <a:moveTo>
                    <a:pt x="42" y="0"/>
                  </a:moveTo>
                  <a:cubicBezTo>
                    <a:pt x="52" y="0"/>
                    <a:pt x="50" y="9"/>
                    <a:pt x="53" y="17"/>
                  </a:cubicBezTo>
                  <a:cubicBezTo>
                    <a:pt x="58" y="40"/>
                    <a:pt x="0" y="6"/>
                    <a:pt x="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0" name="Google Shape;1850;p25"/>
            <p:cNvSpPr/>
            <p:nvPr/>
          </p:nvSpPr>
          <p:spPr>
            <a:xfrm>
              <a:off x="9091835" y="3539292"/>
              <a:ext cx="175200" cy="93707"/>
            </a:xfrm>
            <a:custGeom>
              <a:rect b="b" l="l" r="r" t="t"/>
              <a:pathLst>
                <a:path extrusionOk="0" h="26" w="45">
                  <a:moveTo>
                    <a:pt x="23" y="0"/>
                  </a:moveTo>
                  <a:cubicBezTo>
                    <a:pt x="33" y="2"/>
                    <a:pt x="45" y="21"/>
                    <a:pt x="30" y="26"/>
                  </a:cubicBezTo>
                  <a:cubicBezTo>
                    <a:pt x="10" y="24"/>
                    <a:pt x="0" y="8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1" name="Google Shape;1851;p25"/>
            <p:cNvSpPr/>
            <p:nvPr/>
          </p:nvSpPr>
          <p:spPr>
            <a:xfrm>
              <a:off x="9320539" y="3539289"/>
              <a:ext cx="260178" cy="143944"/>
            </a:xfrm>
            <a:custGeom>
              <a:rect b="b" l="l" r="r" t="t"/>
              <a:pathLst>
                <a:path extrusionOk="0" h="40" w="67">
                  <a:moveTo>
                    <a:pt x="36" y="0"/>
                  </a:moveTo>
                  <a:cubicBezTo>
                    <a:pt x="39" y="3"/>
                    <a:pt x="41" y="0"/>
                    <a:pt x="44" y="2"/>
                  </a:cubicBezTo>
                  <a:cubicBezTo>
                    <a:pt x="67" y="40"/>
                    <a:pt x="0" y="25"/>
                    <a:pt x="31" y="2"/>
                  </a:cubicBezTo>
                  <a:cubicBezTo>
                    <a:pt x="24" y="11"/>
                    <a:pt x="31" y="5"/>
                    <a:pt x="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2" name="Google Shape;1852;p25"/>
            <p:cNvSpPr/>
            <p:nvPr/>
          </p:nvSpPr>
          <p:spPr>
            <a:xfrm>
              <a:off x="8759800" y="3539291"/>
              <a:ext cx="152120" cy="111097"/>
            </a:xfrm>
            <a:custGeom>
              <a:rect b="b" l="l" r="r" t="t"/>
              <a:pathLst>
                <a:path extrusionOk="0" h="31" w="39">
                  <a:moveTo>
                    <a:pt x="28" y="1"/>
                  </a:moveTo>
                  <a:cubicBezTo>
                    <a:pt x="38" y="0"/>
                    <a:pt x="38" y="12"/>
                    <a:pt x="39" y="21"/>
                  </a:cubicBezTo>
                  <a:cubicBezTo>
                    <a:pt x="18" y="31"/>
                    <a:pt x="0" y="12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3" name="Google Shape;1853;p25"/>
            <p:cNvSpPr/>
            <p:nvPr/>
          </p:nvSpPr>
          <p:spPr>
            <a:xfrm>
              <a:off x="10204341" y="3569721"/>
              <a:ext cx="163660" cy="96607"/>
            </a:xfrm>
            <a:custGeom>
              <a:rect b="b" l="l" r="r" t="t"/>
              <a:pathLst>
                <a:path extrusionOk="0" h="27" w="42">
                  <a:moveTo>
                    <a:pt x="22" y="0"/>
                  </a:moveTo>
                  <a:cubicBezTo>
                    <a:pt x="42" y="7"/>
                    <a:pt x="28" y="27"/>
                    <a:pt x="14" y="25"/>
                  </a:cubicBezTo>
                  <a:cubicBezTo>
                    <a:pt x="0" y="18"/>
                    <a:pt x="9" y="2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4" name="Google Shape;1854;p25"/>
            <p:cNvSpPr/>
            <p:nvPr/>
          </p:nvSpPr>
          <p:spPr>
            <a:xfrm>
              <a:off x="10959349" y="3594839"/>
              <a:ext cx="143728" cy="117858"/>
            </a:xfrm>
            <a:custGeom>
              <a:rect b="b" l="l" r="r" t="t"/>
              <a:pathLst>
                <a:path extrusionOk="0" h="33" w="37">
                  <a:moveTo>
                    <a:pt x="21" y="0"/>
                  </a:moveTo>
                  <a:cubicBezTo>
                    <a:pt x="37" y="0"/>
                    <a:pt x="29" y="33"/>
                    <a:pt x="19" y="23"/>
                  </a:cubicBezTo>
                  <a:cubicBezTo>
                    <a:pt x="0" y="30"/>
                    <a:pt x="3" y="0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5" name="Google Shape;1855;p25"/>
            <p:cNvSpPr/>
            <p:nvPr/>
          </p:nvSpPr>
          <p:spPr>
            <a:xfrm>
              <a:off x="11171682" y="3557646"/>
              <a:ext cx="166807" cy="121724"/>
            </a:xfrm>
            <a:custGeom>
              <a:rect b="b" l="l" r="r" t="t"/>
              <a:pathLst>
                <a:path extrusionOk="0" h="34" w="43">
                  <a:moveTo>
                    <a:pt x="28" y="0"/>
                  </a:moveTo>
                  <a:cubicBezTo>
                    <a:pt x="35" y="1"/>
                    <a:pt x="43" y="11"/>
                    <a:pt x="41" y="21"/>
                  </a:cubicBezTo>
                  <a:cubicBezTo>
                    <a:pt x="23" y="34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6" name="Google Shape;1856;p25"/>
            <p:cNvSpPr/>
            <p:nvPr/>
          </p:nvSpPr>
          <p:spPr>
            <a:xfrm>
              <a:off x="9913811" y="3611744"/>
              <a:ext cx="11540" cy="10628"/>
            </a:xfrm>
            <a:custGeom>
              <a:rect b="b" l="l" r="r" t="t"/>
              <a:pathLst>
                <a:path extrusionOk="0" h="3" w="3">
                  <a:moveTo>
                    <a:pt x="1" y="0"/>
                  </a:moveTo>
                  <a:cubicBezTo>
                    <a:pt x="1" y="0"/>
                    <a:pt x="2" y="1"/>
                    <a:pt x="3" y="1"/>
                  </a:cubicBezTo>
                  <a:cubicBezTo>
                    <a:pt x="2" y="3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7" name="Google Shape;1857;p25"/>
            <p:cNvSpPr/>
            <p:nvPr/>
          </p:nvSpPr>
          <p:spPr>
            <a:xfrm>
              <a:off x="9238190" y="3618509"/>
              <a:ext cx="7345" cy="676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0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8" name="Google Shape;1858;p25"/>
            <p:cNvSpPr/>
            <p:nvPr/>
          </p:nvSpPr>
          <p:spPr>
            <a:xfrm>
              <a:off x="11245118" y="3633000"/>
              <a:ext cx="8392" cy="6762"/>
            </a:xfrm>
            <a:custGeom>
              <a:rect b="b" l="l" r="r" t="t"/>
              <a:pathLst>
                <a:path extrusionOk="0" h="2" w="2">
                  <a:moveTo>
                    <a:pt x="0" y="0"/>
                  </a:moveTo>
                  <a:cubicBezTo>
                    <a:pt x="1" y="1"/>
                    <a:pt x="2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9" name="Google Shape;1859;p25"/>
            <p:cNvSpPr/>
            <p:nvPr/>
          </p:nvSpPr>
          <p:spPr>
            <a:xfrm>
              <a:off x="11909199" y="3636863"/>
              <a:ext cx="155267" cy="113994"/>
            </a:xfrm>
            <a:custGeom>
              <a:rect b="b" l="l" r="r" t="t"/>
              <a:pathLst>
                <a:path extrusionOk="0" h="32" w="40">
                  <a:moveTo>
                    <a:pt x="22" y="0"/>
                  </a:moveTo>
                  <a:cubicBezTo>
                    <a:pt x="40" y="3"/>
                    <a:pt x="40" y="32"/>
                    <a:pt x="16" y="25"/>
                  </a:cubicBezTo>
                  <a:cubicBezTo>
                    <a:pt x="0" y="7"/>
                    <a:pt x="14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0" name="Google Shape;1860;p25"/>
            <p:cNvSpPr/>
            <p:nvPr/>
          </p:nvSpPr>
          <p:spPr>
            <a:xfrm>
              <a:off x="11625942" y="3622374"/>
              <a:ext cx="151070" cy="178722"/>
            </a:xfrm>
            <a:custGeom>
              <a:rect b="b" l="l" r="r" t="t"/>
              <a:pathLst>
                <a:path extrusionOk="0" h="50" w="39">
                  <a:moveTo>
                    <a:pt x="13" y="6"/>
                  </a:moveTo>
                  <a:cubicBezTo>
                    <a:pt x="39" y="10"/>
                    <a:pt x="16" y="50"/>
                    <a:pt x="0" y="23"/>
                  </a:cubicBezTo>
                  <a:cubicBezTo>
                    <a:pt x="1" y="0"/>
                    <a:pt x="5" y="14"/>
                    <a:pt x="13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1" name="Google Shape;1861;p25"/>
            <p:cNvSpPr/>
            <p:nvPr/>
          </p:nvSpPr>
          <p:spPr>
            <a:xfrm>
              <a:off x="8706294" y="3832973"/>
              <a:ext cx="143728" cy="79216"/>
            </a:xfrm>
            <a:custGeom>
              <a:rect b="b" l="l" r="r" t="t"/>
              <a:pathLst>
                <a:path extrusionOk="0" h="22" w="37">
                  <a:moveTo>
                    <a:pt x="19" y="0"/>
                  </a:moveTo>
                  <a:cubicBezTo>
                    <a:pt x="35" y="2"/>
                    <a:pt x="37" y="21"/>
                    <a:pt x="20" y="22"/>
                  </a:cubicBezTo>
                  <a:cubicBezTo>
                    <a:pt x="7" y="18"/>
                    <a:pt x="0" y="6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2" name="Google Shape;1862;p25"/>
            <p:cNvSpPr/>
            <p:nvPr/>
          </p:nvSpPr>
          <p:spPr>
            <a:xfrm>
              <a:off x="9172096" y="3868719"/>
              <a:ext cx="162611" cy="93707"/>
            </a:xfrm>
            <a:custGeom>
              <a:rect b="b" l="l" r="r" t="t"/>
              <a:pathLst>
                <a:path extrusionOk="0" h="26" w="42">
                  <a:moveTo>
                    <a:pt x="28" y="0"/>
                  </a:moveTo>
                  <a:cubicBezTo>
                    <a:pt x="42" y="4"/>
                    <a:pt x="38" y="23"/>
                    <a:pt x="23" y="26"/>
                  </a:cubicBezTo>
                  <a:cubicBezTo>
                    <a:pt x="0" y="26"/>
                    <a:pt x="8" y="5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3" name="Google Shape;1863;p25"/>
            <p:cNvSpPr/>
            <p:nvPr/>
          </p:nvSpPr>
          <p:spPr>
            <a:xfrm>
              <a:off x="9734415" y="3872581"/>
              <a:ext cx="175200" cy="129453"/>
            </a:xfrm>
            <a:custGeom>
              <a:rect b="b" l="l" r="r" t="t"/>
              <a:pathLst>
                <a:path extrusionOk="0" h="36" w="45">
                  <a:moveTo>
                    <a:pt x="28" y="0"/>
                  </a:moveTo>
                  <a:cubicBezTo>
                    <a:pt x="34" y="1"/>
                    <a:pt x="45" y="11"/>
                    <a:pt x="42" y="20"/>
                  </a:cubicBezTo>
                  <a:cubicBezTo>
                    <a:pt x="25" y="36"/>
                    <a:pt x="0" y="7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4" name="Google Shape;1864;p25"/>
            <p:cNvSpPr/>
            <p:nvPr/>
          </p:nvSpPr>
          <p:spPr>
            <a:xfrm>
              <a:off x="9505710" y="3883209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5" name="Google Shape;1865;p25"/>
            <p:cNvSpPr/>
            <p:nvPr/>
          </p:nvSpPr>
          <p:spPr>
            <a:xfrm>
              <a:off x="10733368" y="395837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6" name="Google Shape;1866;p25"/>
            <p:cNvSpPr/>
            <p:nvPr/>
          </p:nvSpPr>
          <p:spPr>
            <a:xfrm>
              <a:off x="10406887" y="3901564"/>
              <a:ext cx="151070" cy="111097"/>
            </a:xfrm>
            <a:custGeom>
              <a:rect b="b" l="l" r="r" t="t"/>
              <a:pathLst>
                <a:path extrusionOk="0" h="31" w="39">
                  <a:moveTo>
                    <a:pt x="23" y="0"/>
                  </a:moveTo>
                  <a:cubicBezTo>
                    <a:pt x="39" y="3"/>
                    <a:pt x="39" y="31"/>
                    <a:pt x="17" y="26"/>
                  </a:cubicBezTo>
                  <a:cubicBezTo>
                    <a:pt x="0" y="6"/>
                    <a:pt x="15" y="5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7" name="Google Shape;1867;p25"/>
            <p:cNvSpPr/>
            <p:nvPr/>
          </p:nvSpPr>
          <p:spPr>
            <a:xfrm>
              <a:off x="10107894" y="3904464"/>
              <a:ext cx="139530" cy="93707"/>
            </a:xfrm>
            <a:custGeom>
              <a:rect b="b" l="l" r="r" t="t"/>
              <a:pathLst>
                <a:path extrusionOk="0" h="26" w="36">
                  <a:moveTo>
                    <a:pt x="21" y="0"/>
                  </a:moveTo>
                  <a:cubicBezTo>
                    <a:pt x="32" y="4"/>
                    <a:pt x="36" y="23"/>
                    <a:pt x="21" y="26"/>
                  </a:cubicBezTo>
                  <a:cubicBezTo>
                    <a:pt x="1" y="24"/>
                    <a:pt x="0" y="2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8" name="Google Shape;1868;p25"/>
            <p:cNvSpPr/>
            <p:nvPr/>
          </p:nvSpPr>
          <p:spPr>
            <a:xfrm>
              <a:off x="11909199" y="3912191"/>
              <a:ext cx="155267" cy="103369"/>
            </a:xfrm>
            <a:custGeom>
              <a:rect b="b" l="l" r="r" t="t"/>
              <a:pathLst>
                <a:path extrusionOk="0" h="29" w="40">
                  <a:moveTo>
                    <a:pt x="24" y="0"/>
                  </a:moveTo>
                  <a:cubicBezTo>
                    <a:pt x="40" y="2"/>
                    <a:pt x="34" y="29"/>
                    <a:pt x="19" y="26"/>
                  </a:cubicBezTo>
                  <a:cubicBezTo>
                    <a:pt x="0" y="19"/>
                    <a:pt x="4" y="2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9" name="Google Shape;1869;p25"/>
            <p:cNvSpPr/>
            <p:nvPr/>
          </p:nvSpPr>
          <p:spPr>
            <a:xfrm>
              <a:off x="9812046" y="3947935"/>
              <a:ext cx="4197" cy="6762"/>
            </a:xfrm>
            <a:custGeom>
              <a:rect b="b" l="l" r="r" t="t"/>
              <a:pathLst>
                <a:path extrusionOk="0" h="2" w="1">
                  <a:moveTo>
                    <a:pt x="0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0" name="Google Shape;1870;p25"/>
            <p:cNvSpPr/>
            <p:nvPr/>
          </p:nvSpPr>
          <p:spPr>
            <a:xfrm>
              <a:off x="11027955" y="3951797"/>
              <a:ext cx="143728" cy="92743"/>
            </a:xfrm>
            <a:custGeom>
              <a:rect b="b" l="l" r="r" t="t"/>
              <a:pathLst>
                <a:path extrusionOk="0" h="26" w="37">
                  <a:moveTo>
                    <a:pt x="21" y="0"/>
                  </a:moveTo>
                  <a:cubicBezTo>
                    <a:pt x="32" y="2"/>
                    <a:pt x="37" y="23"/>
                    <a:pt x="22" y="26"/>
                  </a:cubicBezTo>
                  <a:cubicBezTo>
                    <a:pt x="3" y="26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1" name="Google Shape;1871;p25"/>
            <p:cNvSpPr/>
            <p:nvPr/>
          </p:nvSpPr>
          <p:spPr>
            <a:xfrm>
              <a:off x="11345833" y="3947935"/>
              <a:ext cx="167855" cy="107233"/>
            </a:xfrm>
            <a:custGeom>
              <a:rect b="b" l="l" r="r" t="t"/>
              <a:pathLst>
                <a:path extrusionOk="0" h="30" w="43">
                  <a:moveTo>
                    <a:pt x="28" y="2"/>
                  </a:moveTo>
                  <a:cubicBezTo>
                    <a:pt x="36" y="0"/>
                    <a:pt x="43" y="12"/>
                    <a:pt x="41" y="20"/>
                  </a:cubicBezTo>
                  <a:cubicBezTo>
                    <a:pt x="24" y="30"/>
                    <a:pt x="0" y="14"/>
                    <a:pt x="28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2" name="Google Shape;1872;p25"/>
            <p:cNvSpPr/>
            <p:nvPr/>
          </p:nvSpPr>
          <p:spPr>
            <a:xfrm>
              <a:off x="11594469" y="3954698"/>
              <a:ext cx="143728" cy="79216"/>
            </a:xfrm>
            <a:custGeom>
              <a:rect b="b" l="l" r="r" t="t"/>
              <a:pathLst>
                <a:path extrusionOk="0" h="22" w="37">
                  <a:moveTo>
                    <a:pt x="19" y="0"/>
                  </a:moveTo>
                  <a:cubicBezTo>
                    <a:pt x="35" y="1"/>
                    <a:pt x="37" y="22"/>
                    <a:pt x="19" y="22"/>
                  </a:cubicBezTo>
                  <a:cubicBezTo>
                    <a:pt x="6" y="18"/>
                    <a:pt x="0" y="4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3" name="Google Shape;1873;p25"/>
            <p:cNvSpPr/>
            <p:nvPr/>
          </p:nvSpPr>
          <p:spPr>
            <a:xfrm>
              <a:off x="158264" y="3024903"/>
              <a:ext cx="163660" cy="104334"/>
            </a:xfrm>
            <a:custGeom>
              <a:rect b="b" l="l" r="r" t="t"/>
              <a:pathLst>
                <a:path extrusionOk="0" h="29" w="42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4" name="Google Shape;1874;p25"/>
            <p:cNvSpPr/>
            <p:nvPr/>
          </p:nvSpPr>
          <p:spPr>
            <a:xfrm>
              <a:off x="767792" y="3039394"/>
              <a:ext cx="143728" cy="85979"/>
            </a:xfrm>
            <a:custGeom>
              <a:rect b="b" l="l" r="r" t="t"/>
              <a:pathLst>
                <a:path extrusionOk="0" h="24" w="37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5" name="Google Shape;1875;p25"/>
            <p:cNvSpPr/>
            <p:nvPr/>
          </p:nvSpPr>
          <p:spPr>
            <a:xfrm>
              <a:off x="457259" y="3022005"/>
              <a:ext cx="163660" cy="92743"/>
            </a:xfrm>
            <a:custGeom>
              <a:rect b="b" l="l" r="r" t="t"/>
              <a:pathLst>
                <a:path extrusionOk="0" h="26" w="42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6" name="Google Shape;1876;p25"/>
            <p:cNvSpPr/>
            <p:nvPr/>
          </p:nvSpPr>
          <p:spPr>
            <a:xfrm>
              <a:off x="2456843" y="3047122"/>
              <a:ext cx="147925" cy="82115"/>
            </a:xfrm>
            <a:custGeom>
              <a:rect b="b" l="l" r="r" t="t"/>
              <a:pathLst>
                <a:path extrusionOk="0" h="23" w="38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7" name="Google Shape;1877;p25"/>
            <p:cNvSpPr/>
            <p:nvPr/>
          </p:nvSpPr>
          <p:spPr>
            <a:xfrm>
              <a:off x="2693941" y="3057748"/>
              <a:ext cx="152120" cy="92743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8" name="Google Shape;1878;p25"/>
            <p:cNvSpPr/>
            <p:nvPr/>
          </p:nvSpPr>
          <p:spPr>
            <a:xfrm>
              <a:off x="1308079" y="3068377"/>
              <a:ext cx="178347" cy="117858"/>
            </a:xfrm>
            <a:custGeom>
              <a:rect b="b" l="l" r="r" t="t"/>
              <a:pathLst>
                <a:path extrusionOk="0" h="33" w="46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9" name="Google Shape;1879;p25"/>
            <p:cNvSpPr/>
            <p:nvPr/>
          </p:nvSpPr>
          <p:spPr>
            <a:xfrm>
              <a:off x="1055247" y="3072240"/>
              <a:ext cx="159463" cy="96607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0" name="Google Shape;1880;p25"/>
            <p:cNvSpPr/>
            <p:nvPr/>
          </p:nvSpPr>
          <p:spPr>
            <a:xfrm>
              <a:off x="1630154" y="3093493"/>
              <a:ext cx="151070" cy="92743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1" name="Google Shape;1881;p25"/>
            <p:cNvSpPr/>
            <p:nvPr/>
          </p:nvSpPr>
          <p:spPr>
            <a:xfrm>
              <a:off x="2154702" y="3093493"/>
              <a:ext cx="155267" cy="111097"/>
            </a:xfrm>
            <a:custGeom>
              <a:rect b="b" l="l" r="r" t="t"/>
              <a:pathLst>
                <a:path extrusionOk="0" h="31" w="40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2" name="Google Shape;1882;p25"/>
            <p:cNvSpPr/>
            <p:nvPr/>
          </p:nvSpPr>
          <p:spPr>
            <a:xfrm>
              <a:off x="1878791" y="312537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3" name="Google Shape;1883;p25"/>
            <p:cNvSpPr/>
            <p:nvPr/>
          </p:nvSpPr>
          <p:spPr>
            <a:xfrm>
              <a:off x="1369975" y="3143729"/>
              <a:ext cx="11540" cy="6762"/>
            </a:xfrm>
            <a:custGeom>
              <a:rect b="b" l="l" r="r" t="t"/>
              <a:pathLst>
                <a:path extrusionOk="0" h="2" w="3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4" name="Google Shape;1884;p25"/>
            <p:cNvSpPr/>
            <p:nvPr/>
          </p:nvSpPr>
          <p:spPr>
            <a:xfrm>
              <a:off x="986006" y="3362058"/>
              <a:ext cx="169954" cy="88879"/>
            </a:xfrm>
            <a:custGeom>
              <a:rect b="b" l="l" r="r" t="t"/>
              <a:pathLst>
                <a:path extrusionOk="0" h="25" w="44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5" name="Google Shape;1885;p25"/>
            <p:cNvSpPr/>
            <p:nvPr/>
          </p:nvSpPr>
          <p:spPr>
            <a:xfrm>
              <a:off x="1194777" y="3401668"/>
              <a:ext cx="136383" cy="107233"/>
            </a:xfrm>
            <a:custGeom>
              <a:rect b="b" l="l" r="r" t="t"/>
              <a:pathLst>
                <a:path extrusionOk="0" h="30" w="35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6" name="Google Shape;1886;p25"/>
            <p:cNvSpPr/>
            <p:nvPr/>
          </p:nvSpPr>
          <p:spPr>
            <a:xfrm>
              <a:off x="519156" y="3408428"/>
              <a:ext cx="140580" cy="96607"/>
            </a:xfrm>
            <a:custGeom>
              <a:rect b="b" l="l" r="r" t="t"/>
              <a:pathLst>
                <a:path extrusionOk="0" h="27" w="36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7" name="Google Shape;1887;p25"/>
            <p:cNvSpPr/>
            <p:nvPr/>
          </p:nvSpPr>
          <p:spPr>
            <a:xfrm>
              <a:off x="1463345" y="3415192"/>
              <a:ext cx="151070" cy="93707"/>
            </a:xfrm>
            <a:custGeom>
              <a:rect b="b" l="l" r="r" t="t"/>
              <a:pathLst>
                <a:path extrusionOk="0" h="26" w="39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8" name="Google Shape;1888;p25"/>
            <p:cNvSpPr/>
            <p:nvPr/>
          </p:nvSpPr>
          <p:spPr>
            <a:xfrm>
              <a:off x="717434" y="3412293"/>
              <a:ext cx="159463" cy="124621"/>
            </a:xfrm>
            <a:custGeom>
              <a:rect b="b" l="l" r="r" t="t"/>
              <a:pathLst>
                <a:path extrusionOk="0" h="35" w="41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9" name="Google Shape;1889;p25"/>
            <p:cNvSpPr/>
            <p:nvPr/>
          </p:nvSpPr>
          <p:spPr>
            <a:xfrm>
              <a:off x="1703589" y="3419055"/>
              <a:ext cx="155267" cy="82115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0" name="Google Shape;1890;p25"/>
            <p:cNvSpPr/>
            <p:nvPr/>
          </p:nvSpPr>
          <p:spPr>
            <a:xfrm>
              <a:off x="2767596" y="3450937"/>
              <a:ext cx="152120" cy="85979"/>
            </a:xfrm>
            <a:custGeom>
              <a:rect b="b" l="l" r="r" t="t"/>
              <a:pathLst>
                <a:path extrusionOk="0" h="24" w="39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1" name="Google Shape;1891;p25"/>
            <p:cNvSpPr/>
            <p:nvPr/>
          </p:nvSpPr>
          <p:spPr>
            <a:xfrm>
              <a:off x="1960620" y="3415192"/>
              <a:ext cx="166807" cy="111097"/>
            </a:xfrm>
            <a:custGeom>
              <a:rect b="b" l="l" r="r" t="t"/>
              <a:pathLst>
                <a:path extrusionOk="0" h="31" w="43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2" name="Google Shape;1892;p25"/>
            <p:cNvSpPr/>
            <p:nvPr/>
          </p:nvSpPr>
          <p:spPr>
            <a:xfrm>
              <a:off x="283108" y="3458664"/>
              <a:ext cx="146874" cy="92743"/>
            </a:xfrm>
            <a:custGeom>
              <a:rect b="b" l="l" r="r" t="t"/>
              <a:pathLst>
                <a:path extrusionOk="0" h="26" w="38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3" name="Google Shape;1893;p25"/>
            <p:cNvSpPr/>
            <p:nvPr/>
          </p:nvSpPr>
          <p:spPr>
            <a:xfrm>
              <a:off x="2223943" y="3465427"/>
              <a:ext cx="155267" cy="82115"/>
            </a:xfrm>
            <a:custGeom>
              <a:rect b="b" l="l" r="r" t="t"/>
              <a:pathLst>
                <a:path extrusionOk="0" h="23" w="40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4" name="Google Shape;1894;p25"/>
            <p:cNvSpPr/>
            <p:nvPr/>
          </p:nvSpPr>
          <p:spPr>
            <a:xfrm>
              <a:off x="2515592" y="3483783"/>
              <a:ext cx="162611" cy="117858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5" name="Google Shape;1895;p25"/>
            <p:cNvSpPr/>
            <p:nvPr/>
          </p:nvSpPr>
          <p:spPr>
            <a:xfrm>
              <a:off x="818149" y="3705975"/>
              <a:ext cx="175200" cy="88879"/>
            </a:xfrm>
            <a:custGeom>
              <a:rect b="b" l="l" r="r" t="t"/>
              <a:pathLst>
                <a:path extrusionOk="0" h="25" w="45">
                  <a:moveTo>
                    <a:pt x="22" y="0"/>
                  </a:moveTo>
                  <a:cubicBezTo>
                    <a:pt x="32" y="1"/>
                    <a:pt x="45" y="21"/>
                    <a:pt x="28" y="25"/>
                  </a:cubicBezTo>
                  <a:cubicBezTo>
                    <a:pt x="9" y="23"/>
                    <a:pt x="0" y="9"/>
                    <a:pt x="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6" name="Google Shape;1896;p25"/>
            <p:cNvSpPr/>
            <p:nvPr/>
          </p:nvSpPr>
          <p:spPr>
            <a:xfrm>
              <a:off x="1102456" y="3708874"/>
              <a:ext cx="146874" cy="82115"/>
            </a:xfrm>
            <a:custGeom>
              <a:rect b="b" l="l" r="r" t="t"/>
              <a:pathLst>
                <a:path extrusionOk="0" h="23" w="38">
                  <a:moveTo>
                    <a:pt x="20" y="0"/>
                  </a:moveTo>
                  <a:cubicBezTo>
                    <a:pt x="37" y="3"/>
                    <a:pt x="38" y="23"/>
                    <a:pt x="20" y="22"/>
                  </a:cubicBezTo>
                  <a:cubicBezTo>
                    <a:pt x="8" y="18"/>
                    <a:pt x="0" y="5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7" name="Google Shape;1897;p25"/>
            <p:cNvSpPr/>
            <p:nvPr/>
          </p:nvSpPr>
          <p:spPr>
            <a:xfrm>
              <a:off x="1381515" y="3716603"/>
              <a:ext cx="147925" cy="78251"/>
            </a:xfrm>
            <a:custGeom>
              <a:rect b="b" l="l" r="r" t="t"/>
              <a:pathLst>
                <a:path extrusionOk="0" h="22" w="38">
                  <a:moveTo>
                    <a:pt x="21" y="0"/>
                  </a:moveTo>
                  <a:cubicBezTo>
                    <a:pt x="37" y="2"/>
                    <a:pt x="38" y="20"/>
                    <a:pt x="21" y="22"/>
                  </a:cubicBezTo>
                  <a:cubicBezTo>
                    <a:pt x="9" y="16"/>
                    <a:pt x="0" y="6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8" name="Google Shape;1898;p25"/>
            <p:cNvSpPr/>
            <p:nvPr/>
          </p:nvSpPr>
          <p:spPr>
            <a:xfrm>
              <a:off x="2585883" y="3712738"/>
              <a:ext cx="166807" cy="107233"/>
            </a:xfrm>
            <a:custGeom>
              <a:rect b="b" l="l" r="r" t="t"/>
              <a:pathLst>
                <a:path extrusionOk="0" h="30" w="43">
                  <a:moveTo>
                    <a:pt x="27" y="3"/>
                  </a:moveTo>
                  <a:cubicBezTo>
                    <a:pt x="35" y="0"/>
                    <a:pt x="43" y="16"/>
                    <a:pt x="40" y="22"/>
                  </a:cubicBezTo>
                  <a:cubicBezTo>
                    <a:pt x="21" y="30"/>
                    <a:pt x="0" y="15"/>
                    <a:pt x="27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9" name="Google Shape;1899;p25"/>
            <p:cNvSpPr/>
            <p:nvPr/>
          </p:nvSpPr>
          <p:spPr>
            <a:xfrm>
              <a:off x="2317313" y="3723363"/>
              <a:ext cx="152120" cy="82115"/>
            </a:xfrm>
            <a:custGeom>
              <a:rect b="b" l="l" r="r" t="t"/>
              <a:pathLst>
                <a:path extrusionOk="0" h="23" w="39">
                  <a:moveTo>
                    <a:pt x="16" y="0"/>
                  </a:moveTo>
                  <a:cubicBezTo>
                    <a:pt x="39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0" name="Google Shape;1900;p25"/>
            <p:cNvSpPr/>
            <p:nvPr/>
          </p:nvSpPr>
          <p:spPr>
            <a:xfrm>
              <a:off x="1995241" y="3702111"/>
              <a:ext cx="155267" cy="186450"/>
            </a:xfrm>
            <a:custGeom>
              <a:rect b="b" l="l" r="r" t="t"/>
              <a:pathLst>
                <a:path extrusionOk="0" h="52" w="40">
                  <a:moveTo>
                    <a:pt x="13" y="7"/>
                  </a:moveTo>
                  <a:cubicBezTo>
                    <a:pt x="40" y="12"/>
                    <a:pt x="18" y="52"/>
                    <a:pt x="0" y="24"/>
                  </a:cubicBezTo>
                  <a:cubicBezTo>
                    <a:pt x="2" y="0"/>
                    <a:pt x="6" y="17"/>
                    <a:pt x="13" y="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1" name="Google Shape;1901;p25"/>
            <p:cNvSpPr/>
            <p:nvPr/>
          </p:nvSpPr>
          <p:spPr>
            <a:xfrm>
              <a:off x="593642" y="3730128"/>
              <a:ext cx="155267" cy="104334"/>
            </a:xfrm>
            <a:custGeom>
              <a:rect b="b" l="l" r="r" t="t"/>
              <a:pathLst>
                <a:path extrusionOk="0" h="29" w="40">
                  <a:moveTo>
                    <a:pt x="18" y="1"/>
                  </a:moveTo>
                  <a:cubicBezTo>
                    <a:pt x="40" y="6"/>
                    <a:pt x="25" y="29"/>
                    <a:pt x="6" y="20"/>
                  </a:cubicBezTo>
                  <a:cubicBezTo>
                    <a:pt x="0" y="10"/>
                    <a:pt x="5" y="0"/>
                    <a:pt x="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2" name="Google Shape;1902;p25"/>
            <p:cNvSpPr/>
            <p:nvPr/>
          </p:nvSpPr>
          <p:spPr>
            <a:xfrm>
              <a:off x="91730" y="3737922"/>
              <a:ext cx="155267" cy="133317"/>
            </a:xfrm>
            <a:custGeom>
              <a:rect b="b" l="l" r="r" t="t"/>
              <a:pathLst>
                <a:path extrusionOk="0" h="37" w="40">
                  <a:moveTo>
                    <a:pt x="22" y="1"/>
                  </a:moveTo>
                  <a:cubicBezTo>
                    <a:pt x="40" y="3"/>
                    <a:pt x="33" y="37"/>
                    <a:pt x="15" y="23"/>
                  </a:cubicBezTo>
                  <a:cubicBezTo>
                    <a:pt x="0" y="20"/>
                    <a:pt x="7" y="0"/>
                    <a:pt x="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3" name="Google Shape;1903;p25"/>
            <p:cNvSpPr/>
            <p:nvPr/>
          </p:nvSpPr>
          <p:spPr>
            <a:xfrm>
              <a:off x="1701490" y="3709999"/>
              <a:ext cx="159463" cy="110131"/>
            </a:xfrm>
            <a:custGeom>
              <a:rect b="b" l="l" r="r" t="t"/>
              <a:pathLst>
                <a:path extrusionOk="0" h="31" w="41">
                  <a:moveTo>
                    <a:pt x="23" y="0"/>
                  </a:moveTo>
                  <a:cubicBezTo>
                    <a:pt x="40" y="3"/>
                    <a:pt x="41" y="31"/>
                    <a:pt x="16" y="25"/>
                  </a:cubicBezTo>
                  <a:cubicBezTo>
                    <a:pt x="0" y="7"/>
                    <a:pt x="14" y="4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4" name="Google Shape;1904;p25"/>
            <p:cNvSpPr/>
            <p:nvPr/>
          </p:nvSpPr>
          <p:spPr>
            <a:xfrm>
              <a:off x="2469434" y="3802579"/>
              <a:ext cx="3148" cy="10628"/>
            </a:xfrm>
            <a:custGeom>
              <a:rect b="b" l="l" r="r" t="t"/>
              <a:pathLst>
                <a:path extrusionOk="0" h="3" w="1">
                  <a:moveTo>
                    <a:pt x="0" y="0"/>
                  </a:moveTo>
                  <a:cubicBezTo>
                    <a:pt x="1" y="0"/>
                    <a:pt x="1" y="3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5" name="Google Shape;1905;p25"/>
            <p:cNvSpPr/>
            <p:nvPr/>
          </p:nvSpPr>
          <p:spPr>
            <a:xfrm>
              <a:off x="3257751" y="3076723"/>
              <a:ext cx="143728" cy="96607"/>
            </a:xfrm>
            <a:custGeom>
              <a:rect b="b" l="l" r="r" t="t"/>
              <a:pathLst>
                <a:path extrusionOk="0" h="27" w="3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6" name="Google Shape;1906;p25"/>
            <p:cNvSpPr/>
            <p:nvPr/>
          </p:nvSpPr>
          <p:spPr>
            <a:xfrm>
              <a:off x="2919939" y="3091214"/>
              <a:ext cx="163660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7" name="Google Shape;1907;p25"/>
            <p:cNvSpPr/>
            <p:nvPr/>
          </p:nvSpPr>
          <p:spPr>
            <a:xfrm>
              <a:off x="3052129" y="3460249"/>
              <a:ext cx="159463" cy="96607"/>
            </a:xfrm>
            <a:custGeom>
              <a:rect b="b" l="l" r="r" t="t"/>
              <a:pathLst>
                <a:path extrusionOk="0" h="27" w="41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8" name="Google Shape;1908;p25"/>
            <p:cNvSpPr/>
            <p:nvPr/>
          </p:nvSpPr>
          <p:spPr>
            <a:xfrm>
              <a:off x="3335385" y="3453485"/>
              <a:ext cx="143728" cy="96607"/>
            </a:xfrm>
            <a:custGeom>
              <a:rect b="b" l="l" r="r" t="t"/>
              <a:pathLst>
                <a:path extrusionOk="0" h="27" w="3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9" name="Google Shape;1909;p25"/>
            <p:cNvSpPr/>
            <p:nvPr/>
          </p:nvSpPr>
          <p:spPr>
            <a:xfrm>
              <a:off x="3205696" y="3715636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0" name="Google Shape;1910;p25"/>
            <p:cNvSpPr/>
            <p:nvPr/>
          </p:nvSpPr>
          <p:spPr>
            <a:xfrm>
              <a:off x="2869586" y="3718188"/>
              <a:ext cx="152120" cy="92743"/>
            </a:xfrm>
            <a:custGeom>
              <a:rect b="b" l="l" r="r" t="t"/>
              <a:pathLst>
                <a:path extrusionOk="0" h="26" w="39">
                  <a:moveTo>
                    <a:pt x="23" y="0"/>
                  </a:moveTo>
                  <a:cubicBezTo>
                    <a:pt x="39" y="3"/>
                    <a:pt x="34" y="25"/>
                    <a:pt x="19" y="26"/>
                  </a:cubicBezTo>
                  <a:cubicBezTo>
                    <a:pt x="0" y="19"/>
                    <a:pt x="7" y="3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1" name="Google Shape;1911;p25"/>
            <p:cNvSpPr/>
            <p:nvPr/>
          </p:nvSpPr>
          <p:spPr>
            <a:xfrm>
              <a:off x="23552" y="3423540"/>
              <a:ext cx="155267" cy="104334"/>
            </a:xfrm>
            <a:custGeom>
              <a:rect b="b" l="l" r="r" t="t"/>
              <a:pathLst>
                <a:path extrusionOk="0" h="29" w="40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2" name="Google Shape;1912;p25"/>
            <p:cNvSpPr/>
            <p:nvPr/>
          </p:nvSpPr>
          <p:spPr>
            <a:xfrm>
              <a:off x="9657107" y="3584213"/>
              <a:ext cx="151070" cy="82115"/>
            </a:xfrm>
            <a:custGeom>
              <a:rect b="b" l="l" r="r" t="t"/>
              <a:pathLst>
                <a:path extrusionOk="0" h="23" w="39">
                  <a:moveTo>
                    <a:pt x="21" y="0"/>
                  </a:moveTo>
                  <a:cubicBezTo>
                    <a:pt x="37" y="0"/>
                    <a:pt x="39" y="22"/>
                    <a:pt x="22" y="23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3" name="Google Shape;1913;p25"/>
            <p:cNvSpPr/>
            <p:nvPr/>
          </p:nvSpPr>
          <p:spPr>
            <a:xfrm>
              <a:off x="378048" y="3693860"/>
              <a:ext cx="162611" cy="118826"/>
            </a:xfrm>
            <a:custGeom>
              <a:rect b="b" l="l" r="r" t="t"/>
              <a:pathLst>
                <a:path extrusionOk="0" h="33" w="42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914" name="Google Shape;1914;p25"/>
          <p:cNvSpPr txBox="1"/>
          <p:nvPr/>
        </p:nvSpPr>
        <p:spPr>
          <a:xfrm>
            <a:off x="7938084" y="6081102"/>
            <a:ext cx="41263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Absolute 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8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r'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15" name="Google Shape;19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376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26"/>
          <p:cNvSpPr txBox="1"/>
          <p:nvPr>
            <p:ph type="title"/>
          </p:nvPr>
        </p:nvSpPr>
        <p:spPr>
          <a:xfrm>
            <a:off x="1148495" y="5359490"/>
            <a:ext cx="9905999" cy="707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Open your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google colab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file which you want to link with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Git-hub</a:t>
            </a:r>
            <a:endParaRPr/>
          </a:p>
        </p:txBody>
      </p:sp>
      <p:pic>
        <p:nvPicPr>
          <p:cNvPr descr="Graphical user interface, text, application&#10;&#10;Description automatically generated" id="1921" name="Google Shape;1921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655" y="523732"/>
            <a:ext cx="10129677" cy="4457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22" name="Google Shape;19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8517" y="5938208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27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Click the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and select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save copy in Git-Hub</a:t>
            </a:r>
            <a:endParaRPr/>
          </a:p>
        </p:txBody>
      </p:sp>
      <p:pic>
        <p:nvPicPr>
          <p:cNvPr descr="Graphical user interface, text, application&#10;&#10;Description automatically generated" id="1928" name="Google Shape;1928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26" y="523732"/>
            <a:ext cx="10305336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9" name="Google Shape;1929;p27"/>
          <p:cNvCxnSpPr/>
          <p:nvPr/>
        </p:nvCxnSpPr>
        <p:spPr>
          <a:xfrm rot="10800000">
            <a:off x="1897166" y="2706307"/>
            <a:ext cx="418744" cy="25415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30" name="Google Shape;19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60050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8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Authorize Googlecolab</a:t>
            </a:r>
            <a:endParaRPr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ical user interface, application&#10;&#10;Description automatically generated" id="1936" name="Google Shape;1936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41" y="523732"/>
            <a:ext cx="9959906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7" name="Google Shape;1937;p28"/>
          <p:cNvCxnSpPr/>
          <p:nvPr/>
        </p:nvCxnSpPr>
        <p:spPr>
          <a:xfrm rot="10800000">
            <a:off x="6622991" y="3962892"/>
            <a:ext cx="119641" cy="137179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38" name="Google Shape;193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5964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29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Enter your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Git-Hub Password</a:t>
            </a:r>
            <a:endParaRPr/>
          </a:p>
        </p:txBody>
      </p:sp>
      <p:pic>
        <p:nvPicPr>
          <p:cNvPr descr="Graphical user interface, application&#10;&#10;Description automatically generated" id="1944" name="Google Shape;1944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869" y="523732"/>
            <a:ext cx="10365249" cy="44570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5" name="Google Shape;1945;p29"/>
          <p:cNvCxnSpPr/>
          <p:nvPr/>
        </p:nvCxnSpPr>
        <p:spPr>
          <a:xfrm rot="10800000">
            <a:off x="5853984" y="2760318"/>
            <a:ext cx="264920" cy="2917317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46" name="Google Shape;194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28392" y="599168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30"/>
          <p:cNvSpPr txBox="1"/>
          <p:nvPr>
            <p:ph type="title"/>
          </p:nvPr>
        </p:nvSpPr>
        <p:spPr>
          <a:xfrm>
            <a:off x="1068063" y="5184132"/>
            <a:ext cx="10349023" cy="878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Arial"/>
              <a:buNone/>
            </a:pP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Select the repository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you want to upload and press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‘ok’</a:t>
            </a:r>
            <a:endParaRPr/>
          </a:p>
        </p:txBody>
      </p:sp>
      <p:pic>
        <p:nvPicPr>
          <p:cNvPr descr="Graphical user interface, application&#10;&#10;Description automatically generated" id="1952" name="Google Shape;1952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831" y="712114"/>
            <a:ext cx="9647551" cy="41725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3" name="Google Shape;1953;p30"/>
          <p:cNvCxnSpPr/>
          <p:nvPr/>
        </p:nvCxnSpPr>
        <p:spPr>
          <a:xfrm rot="10800000">
            <a:off x="7981773" y="3900263"/>
            <a:ext cx="2632104" cy="152924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4" name="Google Shape;1954;p30"/>
          <p:cNvCxnSpPr/>
          <p:nvPr/>
        </p:nvCxnSpPr>
        <p:spPr>
          <a:xfrm flipH="1" rot="10800000">
            <a:off x="3666146" y="2810874"/>
            <a:ext cx="743484" cy="2683313"/>
          </a:xfrm>
          <a:prstGeom prst="straightConnector1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55" name="Google Shape;195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967" y="12293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31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That will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redirect to Git-Hub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and your project was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successfully uploaded in Git-Hub Repository</a:t>
            </a:r>
            <a:endParaRPr/>
          </a:p>
        </p:txBody>
      </p:sp>
      <p:pic>
        <p:nvPicPr>
          <p:cNvPr descr="Graphical user interface, text, application, email&#10;&#10;Description automatically generated" id="1961" name="Google Shape;1961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69" y="523732"/>
            <a:ext cx="10072449" cy="4457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62" name="Google Shape;196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1842" y="6067358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32"/>
          <p:cNvSpPr txBox="1"/>
          <p:nvPr>
            <p:ph type="title"/>
          </p:nvPr>
        </p:nvSpPr>
        <p:spPr>
          <a:xfrm>
            <a:off x="1148495" y="5353494"/>
            <a:ext cx="9905999" cy="713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Add some </a:t>
            </a:r>
            <a:r>
              <a:rPr lang="en-US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Brief Description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of Your Project in   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Read Me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your project is ready to share</a:t>
            </a:r>
            <a:endParaRPr/>
          </a:p>
        </p:txBody>
      </p:sp>
      <p:pic>
        <p:nvPicPr>
          <p:cNvPr descr="A screenshot of a computer&#10;&#10;Description automatically generated" id="1968" name="Google Shape;196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433" y="826372"/>
            <a:ext cx="9634538" cy="38477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9" name="Google Shape;1969;p32"/>
          <p:cNvCxnSpPr/>
          <p:nvPr/>
        </p:nvCxnSpPr>
        <p:spPr>
          <a:xfrm rot="10800000">
            <a:off x="5418034" y="3178634"/>
            <a:ext cx="1264777" cy="2015231"/>
          </a:xfrm>
          <a:prstGeom prst="straightConnector1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https://lh7-rt.googleusercontent.com/slidesz/AGV_vUcB9ty8zDAg8JWuKaIXd71ovW0lePsaN9RxgJN_cxYbNdGsU0nRg12mBAldchuvwYUWpg5-mZAdF8Xhh58e2hvXIe3WzaLe8a8yHrXeSNpmmq8CbRUEiIkJH0N7RDMU9UsKIk2sPDc9rlJkcN_0Z2UvjyPiUy30=s2048?key=wixq1D6uPe_5c_6uJJu5lA" id="1970" name="Google Shape;197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88267" y="149683"/>
            <a:ext cx="2252999" cy="46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hemianVTI">
  <a:themeElements>
    <a:clrScheme name="AnalogousFromRegularSeed_2SEEDS">
      <a:dk1>
        <a:srgbClr val="000000"/>
      </a:dk1>
      <a:lt1>
        <a:srgbClr val="FFFFFF"/>
      </a:lt1>
      <a:dk2>
        <a:srgbClr val="242C41"/>
      </a:dk2>
      <a:lt2>
        <a:srgbClr val="E2E6E8"/>
      </a:lt2>
      <a:accent1>
        <a:srgbClr val="B1653B"/>
      </a:accent1>
      <a:accent2>
        <a:srgbClr val="C34D54"/>
      </a:accent2>
      <a:accent3>
        <a:srgbClr val="BBA149"/>
      </a:accent3>
      <a:accent4>
        <a:srgbClr val="3BB1A3"/>
      </a:accent4>
      <a:accent5>
        <a:srgbClr val="4DA1C3"/>
      </a:accent5>
      <a:accent6>
        <a:srgbClr val="3B5DB1"/>
      </a:accent6>
      <a:hlink>
        <a:srgbClr val="3C8AB5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2021-12-30T11:17:12Z</dcterms:created>
  <dc:creator>santhosh nagaraj</dc:creator>
</cp:coreProperties>
</file>