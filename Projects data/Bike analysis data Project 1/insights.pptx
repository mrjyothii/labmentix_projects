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96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8D286-DF23-47BD-A9D8-42CC1AC007D1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B3F6A-BA77-4F3E-A515-4F3528E7B40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/>
              <a:t>Revenue</a:t>
            </a:r>
          </a:p>
          <a:p>
            <a:r>
              <a:rPr lang="en-US" dirty="0" smtClean="0"/>
              <a:t>Almost 38% rides are lost due to </a:t>
            </a:r>
            <a:r>
              <a:rPr lang="en-US" dirty="0" smtClean="0"/>
              <a:t>cancellations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 smtClean="0"/>
              <a:t>are losing 2.14 </a:t>
            </a:r>
            <a:r>
              <a:rPr lang="en-US" dirty="0" err="1" smtClean="0"/>
              <a:t>cr</a:t>
            </a:r>
            <a:r>
              <a:rPr lang="en-US" dirty="0" smtClean="0"/>
              <a:t> approx due to cancellations</a:t>
            </a:r>
          </a:p>
          <a:p>
            <a:r>
              <a:rPr lang="en-US" dirty="0" smtClean="0"/>
              <a:t>We can stop cancellations which are in our hands like cancelled by driver</a:t>
            </a:r>
          </a:p>
          <a:p>
            <a:r>
              <a:rPr lang="en-US" dirty="0" smtClean="0"/>
              <a:t>We lost 1.01 </a:t>
            </a:r>
            <a:r>
              <a:rPr lang="en-US" dirty="0" err="1" smtClean="0"/>
              <a:t>cr</a:t>
            </a:r>
            <a:r>
              <a:rPr lang="en-US" dirty="0" smtClean="0"/>
              <a:t> approx due to driver cancellations</a:t>
            </a:r>
          </a:p>
          <a:p>
            <a:r>
              <a:rPr lang="en-US" dirty="0" smtClean="0"/>
              <a:t>Driver not found 54.99 </a:t>
            </a:r>
            <a:r>
              <a:rPr lang="en-US" dirty="0" err="1" smtClean="0"/>
              <a:t>lakhs</a:t>
            </a:r>
            <a:endParaRPr lang="en-US" dirty="0" smtClean="0"/>
          </a:p>
          <a:p>
            <a:r>
              <a:rPr lang="en-US" dirty="0" smtClean="0"/>
              <a:t>Cancelled by customer also few reasons like AC not working, driver asked to cancel, driver not moving towards pickup location can be controlled</a:t>
            </a:r>
          </a:p>
          <a:p>
            <a:r>
              <a:rPr lang="en-US" dirty="0" smtClean="0"/>
              <a:t>Which will earn a revenue of 40 </a:t>
            </a:r>
            <a:r>
              <a:rPr lang="en-US" dirty="0" err="1" smtClean="0"/>
              <a:t>Lakhs</a:t>
            </a:r>
            <a:r>
              <a:rPr lang="en-US" dirty="0" smtClean="0"/>
              <a:t> more</a:t>
            </a:r>
          </a:p>
          <a:p>
            <a:pPr>
              <a:buNone/>
            </a:pPr>
            <a:r>
              <a:rPr lang="en-US" b="1" dirty="0" smtClean="0"/>
              <a:t>Timing</a:t>
            </a:r>
            <a:r>
              <a:rPr lang="en-US" dirty="0" smtClean="0"/>
              <a:t> :</a:t>
            </a:r>
          </a:p>
          <a:p>
            <a:r>
              <a:rPr lang="en-US" dirty="0" smtClean="0"/>
              <a:t>We can see cancellations are high during 9-12 am which are cancelled by driver</a:t>
            </a:r>
          </a:p>
          <a:p>
            <a:r>
              <a:rPr lang="en-US" dirty="0" smtClean="0"/>
              <a:t>5-8 am  and 1-4 pm we can see less cases of driver not found</a:t>
            </a:r>
          </a:p>
          <a:p>
            <a:r>
              <a:rPr lang="en-US" dirty="0" smtClean="0"/>
              <a:t>9-12 pm we can find less success rides more</a:t>
            </a:r>
          </a:p>
          <a:p>
            <a:r>
              <a:rPr lang="en-US" dirty="0" smtClean="0"/>
              <a:t>We have vehicle breakdown cases of 1591 which need to be avoided though they come under successful bookings</a:t>
            </a:r>
            <a:endParaRPr lang="en-US" dirty="0" smtClean="0"/>
          </a:p>
          <a:p>
            <a:r>
              <a:rPr lang="en-US" dirty="0" smtClean="0"/>
              <a:t>We are getting higher per km with auto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Vehicle type</a:t>
            </a:r>
          </a:p>
          <a:p>
            <a:r>
              <a:rPr lang="en-US" dirty="0" smtClean="0"/>
              <a:t>We are earning more revenue by travelling less distance is through auto where  its </a:t>
            </a:r>
            <a:r>
              <a:rPr lang="en-US" dirty="0" err="1" smtClean="0"/>
              <a:t>avg_distance</a:t>
            </a:r>
            <a:r>
              <a:rPr lang="en-US" dirty="0" smtClean="0"/>
              <a:t> is 6.24 which is almost half of other vehicles but is in top 3 by revenue rate but travelled  &lt; 50% distance travelled by other vehicles. Prime sedan and </a:t>
            </a:r>
            <a:r>
              <a:rPr lang="en-US" dirty="0" err="1" smtClean="0"/>
              <a:t>ebike</a:t>
            </a:r>
            <a:r>
              <a:rPr lang="en-US" dirty="0" smtClean="0"/>
              <a:t> stays on top 2  places based on the booking values. The cost of per km for auto is more than double compared to other types</a:t>
            </a:r>
          </a:p>
          <a:p>
            <a:r>
              <a:rPr lang="en-US" dirty="0" smtClean="0"/>
              <a:t>Based on </a:t>
            </a:r>
            <a:r>
              <a:rPr lang="en-US" dirty="0" err="1" smtClean="0"/>
              <a:t>july</a:t>
            </a:r>
            <a:r>
              <a:rPr lang="en-US" dirty="0" smtClean="0"/>
              <a:t> month data</a:t>
            </a:r>
          </a:p>
          <a:p>
            <a:r>
              <a:rPr lang="en-US" dirty="0" smtClean="0"/>
              <a:t>Prime sedan: top 1 place on Monday and </a:t>
            </a:r>
            <a:r>
              <a:rPr lang="en-US" dirty="0" err="1" smtClean="0"/>
              <a:t>tuseday</a:t>
            </a:r>
            <a:r>
              <a:rPr lang="en-US" dirty="0" smtClean="0"/>
              <a:t> revenue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201941"/>
                <a:gridCol w="937624"/>
                <a:gridCol w="946535"/>
                <a:gridCol w="1028700"/>
              </a:tblGrid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Sunday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Monday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Tuesday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Wednesday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Thursday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Friday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Saturday</a:t>
                      </a:r>
                      <a:endParaRPr 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Prime Sedan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1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1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1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3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6</a:t>
                      </a:r>
                      <a:endParaRPr 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Prime SUV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4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7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7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7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7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</a:t>
                      </a:r>
                      <a:endParaRPr 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Prime Plus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5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6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4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6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5</a:t>
                      </a:r>
                      <a:endParaRPr 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Mini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5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5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6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4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6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7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5</a:t>
                      </a:r>
                      <a:endParaRPr 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Ebike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6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4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3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3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3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3</a:t>
                      </a:r>
                      <a:endParaRPr 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Bike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7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3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7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5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5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1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1</a:t>
                      </a:r>
                      <a:endParaRPr 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Auto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3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4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6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1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1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4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4</a:t>
                      </a:r>
                      <a:endParaRPr lang="en-US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643446"/>
            <a:ext cx="8229600" cy="1482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Vehicle type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Based on days, revenue generation we can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see prime sedan rank is in no1 position on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Sunday,Monday,Tuesday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aseline="0" dirty="0" smtClean="0"/>
              <a:t>Wednesday and </a:t>
            </a:r>
            <a:r>
              <a:rPr lang="en-US" sz="3200" baseline="0" dirty="0" err="1" smtClean="0"/>
              <a:t>Thrusday</a:t>
            </a:r>
            <a:r>
              <a:rPr lang="en-US" sz="3200" dirty="0" smtClean="0"/>
              <a:t> auto is no 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Friday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Saturday bike is in no 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aseline="0" dirty="0" smtClean="0"/>
              <a:t>Check why prime sedan performance reduced drastically to 6 </a:t>
            </a:r>
            <a:r>
              <a:rPr lang="en-US" sz="3200" baseline="0" dirty="0" err="1" smtClean="0"/>
              <a:t>th</a:t>
            </a:r>
            <a:r>
              <a:rPr lang="en-US" sz="3200" baseline="0" dirty="0" smtClean="0"/>
              <a:t> position on Saturday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can see cash payments are high. Try to increase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by giving offers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aseline="0" dirty="0" smtClean="0"/>
              <a:t>We are earning more revenue by travelling less distance 0-20km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People travelling less distance are preferring auto more than other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see cancellations are high on Monday, Tuesday and Wednesday</a:t>
            </a:r>
          </a:p>
          <a:p>
            <a:r>
              <a:rPr lang="en-US" dirty="0" smtClean="0"/>
              <a:t>47% Cancelled by driver </a:t>
            </a:r>
          </a:p>
          <a:p>
            <a:r>
              <a:rPr lang="en-US" dirty="0" smtClean="0"/>
              <a:t>27% cancelled by customer</a:t>
            </a:r>
          </a:p>
          <a:p>
            <a:r>
              <a:rPr lang="en-US" dirty="0" smtClean="0"/>
              <a:t>26%  driver not found </a:t>
            </a:r>
          </a:p>
          <a:p>
            <a:r>
              <a:rPr lang="en-US" dirty="0" smtClean="0"/>
              <a:t>Customer Ratings are low for bike and </a:t>
            </a:r>
            <a:r>
              <a:rPr lang="en-US" dirty="0" err="1" smtClean="0"/>
              <a:t>ebike</a:t>
            </a:r>
            <a:endParaRPr lang="en-US" dirty="0" smtClean="0"/>
          </a:p>
          <a:p>
            <a:r>
              <a:rPr lang="en-US" dirty="0" smtClean="0"/>
              <a:t>Driver ratings are low for </a:t>
            </a:r>
            <a:r>
              <a:rPr lang="en-US" dirty="0" err="1" smtClean="0"/>
              <a:t>primesedan</a:t>
            </a:r>
            <a:r>
              <a:rPr lang="en-US" dirty="0" smtClean="0"/>
              <a:t> and bike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428</Words>
  <Application>Microsoft Office PowerPoint</Application>
  <PresentationFormat>On-screen Show (4:3)</PresentationFormat>
  <Paragraphs>95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</dc:creator>
  <cp:lastModifiedBy>HI</cp:lastModifiedBy>
  <cp:revision>34</cp:revision>
  <dcterms:created xsi:type="dcterms:W3CDTF">2026-01-02T12:59:18Z</dcterms:created>
  <dcterms:modified xsi:type="dcterms:W3CDTF">2026-01-03T15:23:25Z</dcterms:modified>
</cp:coreProperties>
</file>